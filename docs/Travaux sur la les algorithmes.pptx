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27"/>
  </p:notesMasterIdLst>
  <p:handoutMasterIdLst>
    <p:handoutMasterId r:id="rId28"/>
  </p:handoutMasterIdLst>
  <p:sldIdLst>
    <p:sldId id="410" r:id="rId3"/>
    <p:sldId id="383" r:id="rId4"/>
    <p:sldId id="414" r:id="rId5"/>
    <p:sldId id="259" r:id="rId6"/>
    <p:sldId id="411" r:id="rId7"/>
    <p:sldId id="412" r:id="rId8"/>
    <p:sldId id="413" r:id="rId9"/>
    <p:sldId id="415" r:id="rId10"/>
    <p:sldId id="256" r:id="rId11"/>
    <p:sldId id="409" r:id="rId12"/>
    <p:sldId id="416" r:id="rId13"/>
    <p:sldId id="420" r:id="rId14"/>
    <p:sldId id="421" r:id="rId15"/>
    <p:sldId id="422" r:id="rId16"/>
    <p:sldId id="423" r:id="rId17"/>
    <p:sldId id="424" r:id="rId18"/>
    <p:sldId id="428" r:id="rId19"/>
    <p:sldId id="425" r:id="rId20"/>
    <p:sldId id="426" r:id="rId21"/>
    <p:sldId id="417" r:id="rId22"/>
    <p:sldId id="427" r:id="rId23"/>
    <p:sldId id="418" r:id="rId24"/>
    <p:sldId id="419" r:id="rId25"/>
    <p:sldId id="398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9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BDD7B4-9855-432D-B57A-EA94C70286CF}" v="28" dt="2025-10-01T19:58:57.740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16D9F66E-5EB9-4882-86FB-DCBF35E3C3E4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BF1E9"/>
          </a:solidFill>
        </a:fill>
      </a:tcStyle>
    </a:wholeTbl>
    <a:band1H>
      <a:tcStyle>
        <a:tcBdr/>
        <a:fill>
          <a:solidFill>
            <a:srgbClr val="D5E3CF"/>
          </a:solidFill>
        </a:fill>
      </a:tcStyle>
    </a:band1H>
    <a:band1V>
      <a:tcStyle>
        <a:tcBdr/>
        <a:fill>
          <a:solidFill>
            <a:srgbClr val="D5E3CF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BF1E9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BF1E9"/>
          </a:solidFill>
        </a:fill>
      </a:tcStyle>
    </a:firstRow>
  </a:tblStyle>
  <a:tblStyle styleId="{3C2FFA5D-87B4-456A-9821-1D502468CF0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wholeTbl>
    <a:band1H>
      <a:tcStyle>
        <a:tcBdr/>
        <a:fill>
          <a:solidFill>
            <a:srgbClr val="4472C4"/>
          </a:solidFill>
        </a:fill>
      </a:tcStyle>
    </a:band1H>
    <a:band2H>
      <a:tcStyle>
        <a:tcBdr/>
        <a:fill>
          <a:solidFill>
            <a:srgbClr val="4472C4"/>
          </a:solidFill>
        </a:fill>
      </a:tcStyle>
    </a:band2H>
    <a:band1V>
      <a:tcStyle>
        <a:tcBdr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band1V>
    <a:band2V>
      <a:tcStyle>
        <a:tcBdr/>
        <a:fill>
          <a:solidFill>
            <a:srgbClr val="4472C4"/>
          </a:solidFill>
        </a:fill>
      </a:tcStyle>
    </a:band2V>
    <a:la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lef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69CF1AB2-1976-4502-BF36-3FF5EA218861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1V>
      <a:tcStyle>
        <a:tcBdr/>
        <a:fill>
          <a:solidFill>
            <a:srgbClr val="CFD5EA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4472C4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9EBF5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9EBF5"/>
          </a:solidFill>
        </a:fill>
      </a:tcStyle>
    </a:firstRow>
  </a:tblStyle>
  <a:tblStyle styleId="{2A488322-F2BA-4B5B-9748-0D474271808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70AD47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70AD47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70AD47"/>
          </a:solidFill>
        </a:fill>
      </a:tcStyle>
    </a:firstRow>
  </a:tblStyle>
  <a:tblStyle styleId="{F2DE63D5-997A-4646-A377-4702673A728D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Row>
  </a:tblStyle>
  <a:tblStyle styleId="{7DF18680-E054-41AD-8BC1-D1AEF772440D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0E8EE"/>
          </a:solidFill>
        </a:fill>
      </a:tcStyle>
    </a:wholeTbl>
    <a:band1H>
      <a:tcStyle>
        <a:tcBdr/>
        <a:fill>
          <a:solidFill>
            <a:srgbClr val="DFCDDC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FCDDC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02B93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02B93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A02B93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02B93"/>
          </a:solidFill>
        </a:fill>
      </a:tcStyle>
    </a:firstRow>
  </a:tblStyle>
  <a:tblStyle styleId="{9DCAF9ED-07DC-4A11-8D7F-57B35C2568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FCECE8"/>
          </a:solidFill>
        </a:fill>
      </a:tcStyle>
    </a:band1H>
    <a:band1V>
      <a:tcStyle>
        <a:tcBdr/>
        <a:fill>
          <a:solidFill>
            <a:srgbClr val="FCECE8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D7D31"/>
          </a:solidFill>
        </a:fill>
      </a:tcStyle>
    </a:firstRow>
  </a:tblStyle>
  <a:tblStyle styleId="{7E9639D4-E3E2-4D34-9284-5A2195B3D0D7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>
          <a:top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band1H>
    <a:band1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1V>
    <a:band2V>
      <a:tcStyle>
        <a:tcBdr>
          <a:lef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317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</a:tcBdr>
      </a:tcStyle>
    </a:band2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  <a:tblStyle styleId="{8A107856-5554-42FB-B03E-39F5DBC370B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CECE8"/>
          </a:solidFill>
        </a:fill>
      </a:tcStyle>
    </a:wholeTbl>
    <a:band1H>
      <a:tcStyle>
        <a:tcBdr/>
        <a:fill>
          <a:solidFill>
            <a:srgbClr val="F8D7CD"/>
          </a:solidFill>
        </a:fill>
      </a:tcStyle>
    </a:band1H>
    <a:band1V>
      <a:tcStyle>
        <a:tcBdr/>
        <a:fill>
          <a:solidFill>
            <a:srgbClr val="F8D7C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CECE8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FCECE8"/>
          </a:solidFill>
        </a:fill>
      </a:tcStyle>
    </a:firstRow>
  </a:tblStyle>
  <a:tblStyle styleId="{8799B23B-EC83-4686-B30A-512413B5E67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A5A5A5"/>
          </a:solidFill>
        </a:fill>
      </a:tcStyle>
    </a:band1H>
    <a:band1V>
      <a:tcStyle>
        <a:tcBdr/>
        <a:fill>
          <a:solidFill>
            <a:srgbClr val="A5A5A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A5A5A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xel Tingaud" userId="7b7d1ca15e6d0aed" providerId="LiveId" clId="{37A72C1D-64A3-439C-8B53-3E3F8A2176C7}"/>
    <pc:docChg chg="undo custSel addSld modSld sldOrd">
      <pc:chgData name="Axel Tingaud" userId="7b7d1ca15e6d0aed" providerId="LiveId" clId="{37A72C1D-64A3-439C-8B53-3E3F8A2176C7}" dt="2025-10-01T20:12:00.205" v="693" actId="20577"/>
      <pc:docMkLst>
        <pc:docMk/>
      </pc:docMkLst>
      <pc:sldChg chg="addSp delSp modSp mod modNotes">
        <pc:chgData name="Axel Tingaud" userId="7b7d1ca15e6d0aed" providerId="LiveId" clId="{37A72C1D-64A3-439C-8B53-3E3F8A2176C7}" dt="2025-10-01T16:50:39.606" v="501" actId="478"/>
        <pc:sldMkLst>
          <pc:docMk/>
          <pc:sldMk cId="0" sldId="417"/>
        </pc:sldMkLst>
        <pc:graphicFrameChg chg="add mod">
          <ac:chgData name="Axel Tingaud" userId="7b7d1ca15e6d0aed" providerId="LiveId" clId="{37A72C1D-64A3-439C-8B53-3E3F8A2176C7}" dt="2025-10-01T16:50:28.627" v="498"/>
          <ac:graphicFrameMkLst>
            <pc:docMk/>
            <pc:sldMk cId="0" sldId="417"/>
            <ac:graphicFrameMk id="3" creationId="{A3202190-C596-6C6F-1A4B-E8927A1B7AEB}"/>
          </ac:graphicFrameMkLst>
        </pc:graphicFrameChg>
        <pc:graphicFrameChg chg="add del mod modGraphic">
          <ac:chgData name="Axel Tingaud" userId="7b7d1ca15e6d0aed" providerId="LiveId" clId="{37A72C1D-64A3-439C-8B53-3E3F8A2176C7}" dt="2025-10-01T16:50:39.606" v="501" actId="478"/>
          <ac:graphicFrameMkLst>
            <pc:docMk/>
            <pc:sldMk cId="0" sldId="417"/>
            <ac:graphicFrameMk id="4" creationId="{17DC0C0E-3CAB-13FB-093A-5CE849E51817}"/>
          </ac:graphicFrameMkLst>
        </pc:graphicFrameChg>
      </pc:sldChg>
      <pc:sldChg chg="addSp delSp modSp mod">
        <pc:chgData name="Axel Tingaud" userId="7b7d1ca15e6d0aed" providerId="LiveId" clId="{37A72C1D-64A3-439C-8B53-3E3F8A2176C7}" dt="2025-10-01T16:52:40.496" v="556" actId="20577"/>
        <pc:sldMkLst>
          <pc:docMk/>
          <pc:sldMk cId="0" sldId="420"/>
        </pc:sldMkLst>
        <pc:spChg chg="mod">
          <ac:chgData name="Axel Tingaud" userId="7b7d1ca15e6d0aed" providerId="LiveId" clId="{37A72C1D-64A3-439C-8B53-3E3F8A2176C7}" dt="2025-10-01T16:37:22.166" v="199" actId="207"/>
          <ac:spMkLst>
            <pc:docMk/>
            <pc:sldMk cId="0" sldId="420"/>
            <ac:spMk id="2" creationId="{1AF83A89-02B9-22C9-76F1-FEBBDB4231E6}"/>
          </ac:spMkLst>
        </pc:spChg>
        <pc:spChg chg="mod">
          <ac:chgData name="Axel Tingaud" userId="7b7d1ca15e6d0aed" providerId="LiveId" clId="{37A72C1D-64A3-439C-8B53-3E3F8A2176C7}" dt="2025-10-01T16:52:40.496" v="556" actId="20577"/>
          <ac:spMkLst>
            <pc:docMk/>
            <pc:sldMk cId="0" sldId="420"/>
            <ac:spMk id="3" creationId="{5D23D2F0-6AD6-C9EB-77A3-C56BE2EC309A}"/>
          </ac:spMkLst>
        </pc:spChg>
        <pc:picChg chg="add del mod">
          <ac:chgData name="Axel Tingaud" userId="7b7d1ca15e6d0aed" providerId="LiveId" clId="{37A72C1D-64A3-439C-8B53-3E3F8A2176C7}" dt="2025-10-01T16:37:24.569" v="200" actId="478"/>
          <ac:picMkLst>
            <pc:docMk/>
            <pc:sldMk cId="0" sldId="420"/>
            <ac:picMk id="4" creationId="{D9560370-8CBB-7A17-3E8A-790D02B22C75}"/>
          </ac:picMkLst>
        </pc:picChg>
      </pc:sldChg>
      <pc:sldChg chg="addSp delSp modSp mod">
        <pc:chgData name="Axel Tingaud" userId="7b7d1ca15e6d0aed" providerId="LiveId" clId="{37A72C1D-64A3-439C-8B53-3E3F8A2176C7}" dt="2025-10-01T20:12:00.205" v="693" actId="20577"/>
        <pc:sldMkLst>
          <pc:docMk/>
          <pc:sldMk cId="0" sldId="421"/>
        </pc:sldMkLst>
        <pc:spChg chg="mod">
          <ac:chgData name="Axel Tingaud" userId="7b7d1ca15e6d0aed" providerId="LiveId" clId="{37A72C1D-64A3-439C-8B53-3E3F8A2176C7}" dt="2025-10-01T16:37:28.452" v="201" actId="207"/>
          <ac:spMkLst>
            <pc:docMk/>
            <pc:sldMk cId="0" sldId="421"/>
            <ac:spMk id="2" creationId="{5E82D888-CCC8-D5AF-BC2C-D5EAE91D8F1C}"/>
          </ac:spMkLst>
        </pc:spChg>
        <pc:spChg chg="mod">
          <ac:chgData name="Axel Tingaud" userId="7b7d1ca15e6d0aed" providerId="LiveId" clId="{37A72C1D-64A3-439C-8B53-3E3F8A2176C7}" dt="2025-10-01T20:12:00.205" v="693" actId="20577"/>
          <ac:spMkLst>
            <pc:docMk/>
            <pc:sldMk cId="0" sldId="421"/>
            <ac:spMk id="3" creationId="{FE06ACFD-5272-3123-4E2C-D505F58C1D21}"/>
          </ac:spMkLst>
        </pc:spChg>
        <pc:picChg chg="add del mod">
          <ac:chgData name="Axel Tingaud" userId="7b7d1ca15e6d0aed" providerId="LiveId" clId="{37A72C1D-64A3-439C-8B53-3E3F8A2176C7}" dt="2025-10-01T16:44:20.580" v="361" actId="478"/>
          <ac:picMkLst>
            <pc:docMk/>
            <pc:sldMk cId="0" sldId="421"/>
            <ac:picMk id="6" creationId="{1FFAF811-ADB6-417F-AEFC-43BBB2ECA8AE}"/>
          </ac:picMkLst>
        </pc:picChg>
      </pc:sldChg>
      <pc:sldChg chg="modSp mod">
        <pc:chgData name="Axel Tingaud" userId="7b7d1ca15e6d0aed" providerId="LiveId" clId="{37A72C1D-64A3-439C-8B53-3E3F8A2176C7}" dt="2025-10-01T16:56:15.254" v="569" actId="20577"/>
        <pc:sldMkLst>
          <pc:docMk/>
          <pc:sldMk cId="0" sldId="422"/>
        </pc:sldMkLst>
        <pc:spChg chg="mod">
          <ac:chgData name="Axel Tingaud" userId="7b7d1ca15e6d0aed" providerId="LiveId" clId="{37A72C1D-64A3-439C-8B53-3E3F8A2176C7}" dt="2025-10-01T16:37:47.152" v="205" actId="207"/>
          <ac:spMkLst>
            <pc:docMk/>
            <pc:sldMk cId="0" sldId="422"/>
            <ac:spMk id="2" creationId="{F4C897DF-13DF-F3EF-9715-4E9041B8BB21}"/>
          </ac:spMkLst>
        </pc:spChg>
        <pc:spChg chg="mod">
          <ac:chgData name="Axel Tingaud" userId="7b7d1ca15e6d0aed" providerId="LiveId" clId="{37A72C1D-64A3-439C-8B53-3E3F8A2176C7}" dt="2025-10-01T16:56:15.254" v="569" actId="20577"/>
          <ac:spMkLst>
            <pc:docMk/>
            <pc:sldMk cId="0" sldId="422"/>
            <ac:spMk id="3" creationId="{D4020340-A5E0-0EBB-FB9A-9DAC46FB4CAF}"/>
          </ac:spMkLst>
        </pc:spChg>
      </pc:sldChg>
      <pc:sldChg chg="modSp mod">
        <pc:chgData name="Axel Tingaud" userId="7b7d1ca15e6d0aed" providerId="LiveId" clId="{37A72C1D-64A3-439C-8B53-3E3F8A2176C7}" dt="2025-10-01T16:57:40.812" v="573" actId="27636"/>
        <pc:sldMkLst>
          <pc:docMk/>
          <pc:sldMk cId="0" sldId="423"/>
        </pc:sldMkLst>
        <pc:spChg chg="mod">
          <ac:chgData name="Axel Tingaud" userId="7b7d1ca15e6d0aed" providerId="LiveId" clId="{37A72C1D-64A3-439C-8B53-3E3F8A2176C7}" dt="2025-10-01T16:57:40.812" v="573" actId="27636"/>
          <ac:spMkLst>
            <pc:docMk/>
            <pc:sldMk cId="0" sldId="423"/>
            <ac:spMk id="2" creationId="{1F7DB99F-0A05-E150-BDB7-02967270AAC2}"/>
          </ac:spMkLst>
        </pc:spChg>
      </pc:sldChg>
      <pc:sldChg chg="addSp delSp modSp mod">
        <pc:chgData name="Axel Tingaud" userId="7b7d1ca15e6d0aed" providerId="LiveId" clId="{37A72C1D-64A3-439C-8B53-3E3F8A2176C7}" dt="2025-10-01T16:48:47.259" v="495" actId="20577"/>
        <pc:sldMkLst>
          <pc:docMk/>
          <pc:sldMk cId="0" sldId="424"/>
        </pc:sldMkLst>
        <pc:spChg chg="mod">
          <ac:chgData name="Axel Tingaud" userId="7b7d1ca15e6d0aed" providerId="LiveId" clId="{37A72C1D-64A3-439C-8B53-3E3F8A2176C7}" dt="2025-10-01T16:40:09.950" v="351" actId="20577"/>
          <ac:spMkLst>
            <pc:docMk/>
            <pc:sldMk cId="0" sldId="424"/>
            <ac:spMk id="2" creationId="{DC658AC2-5CD4-D475-50C0-2EF4995D467E}"/>
          </ac:spMkLst>
        </pc:spChg>
        <pc:graphicFrameChg chg="mod modGraphic">
          <ac:chgData name="Axel Tingaud" userId="7b7d1ca15e6d0aed" providerId="LiveId" clId="{37A72C1D-64A3-439C-8B53-3E3F8A2176C7}" dt="2025-10-01T16:48:47.259" v="495" actId="20577"/>
          <ac:graphicFrameMkLst>
            <pc:docMk/>
            <pc:sldMk cId="0" sldId="424"/>
            <ac:graphicFrameMk id="5" creationId="{FB16DBBB-5C81-68C9-5C68-8B0C4E54F6B8}"/>
          </ac:graphicFrameMkLst>
        </pc:graphicFrameChg>
      </pc:sldChg>
      <pc:sldChg chg="addSp delSp modSp add mod">
        <pc:chgData name="Axel Tingaud" userId="7b7d1ca15e6d0aed" providerId="LiveId" clId="{37A72C1D-64A3-439C-8B53-3E3F8A2176C7}" dt="2025-10-01T16:50:08.437" v="496" actId="1076"/>
        <pc:sldMkLst>
          <pc:docMk/>
          <pc:sldMk cId="3025317614" sldId="425"/>
        </pc:sldMkLst>
        <pc:spChg chg="mod">
          <ac:chgData name="Axel Tingaud" userId="7b7d1ca15e6d0aed" providerId="LiveId" clId="{37A72C1D-64A3-439C-8B53-3E3F8A2176C7}" dt="2025-10-01T16:40:41.457" v="355" actId="20577"/>
          <ac:spMkLst>
            <pc:docMk/>
            <pc:sldMk cId="3025317614" sldId="425"/>
            <ac:spMk id="2" creationId="{8C9699C5-81B8-C57F-6F8C-A4629FA26B2E}"/>
          </ac:spMkLst>
        </pc:spChg>
        <pc:spChg chg="add mod">
          <ac:chgData name="Axel Tingaud" userId="7b7d1ca15e6d0aed" providerId="LiveId" clId="{37A72C1D-64A3-439C-8B53-3E3F8A2176C7}" dt="2025-10-01T16:50:08.437" v="496" actId="1076"/>
          <ac:spMkLst>
            <pc:docMk/>
            <pc:sldMk cId="3025317614" sldId="425"/>
            <ac:spMk id="13" creationId="{9410684C-502A-F700-7D34-7F3D0F74D400}"/>
          </ac:spMkLst>
        </pc:spChg>
        <pc:picChg chg="add mod">
          <ac:chgData name="Axel Tingaud" userId="7b7d1ca15e6d0aed" providerId="LiveId" clId="{37A72C1D-64A3-439C-8B53-3E3F8A2176C7}" dt="2025-09-29T21:54:46.240" v="6"/>
          <ac:picMkLst>
            <pc:docMk/>
            <pc:sldMk cId="3025317614" sldId="425"/>
            <ac:picMk id="8" creationId="{62432BC3-A644-9D9D-EE14-DE2FCE65FEA9}"/>
          </ac:picMkLst>
        </pc:picChg>
        <pc:picChg chg="add mod">
          <ac:chgData name="Axel Tingaud" userId="7b7d1ca15e6d0aed" providerId="LiveId" clId="{37A72C1D-64A3-439C-8B53-3E3F8A2176C7}" dt="2025-09-29T21:57:20.883" v="51" actId="1076"/>
          <ac:picMkLst>
            <pc:docMk/>
            <pc:sldMk cId="3025317614" sldId="425"/>
            <ac:picMk id="10" creationId="{9E51C4D8-CB05-9504-2A3B-8A95FEB54577}"/>
          </ac:picMkLst>
        </pc:picChg>
        <pc:picChg chg="add mod">
          <ac:chgData name="Axel Tingaud" userId="7b7d1ca15e6d0aed" providerId="LiveId" clId="{37A72C1D-64A3-439C-8B53-3E3F8A2176C7}" dt="2025-09-29T21:55:39.239" v="20" actId="1076"/>
          <ac:picMkLst>
            <pc:docMk/>
            <pc:sldMk cId="3025317614" sldId="425"/>
            <ac:picMk id="12" creationId="{9DC31E02-F5EE-5E5C-8B66-57BD09200DEF}"/>
          </ac:picMkLst>
        </pc:picChg>
      </pc:sldChg>
      <pc:sldChg chg="addSp delSp modSp add mod">
        <pc:chgData name="Axel Tingaud" userId="7b7d1ca15e6d0aed" providerId="LiveId" clId="{37A72C1D-64A3-439C-8B53-3E3F8A2176C7}" dt="2025-10-01T16:50:13.210" v="497" actId="1076"/>
        <pc:sldMkLst>
          <pc:docMk/>
          <pc:sldMk cId="3578975420" sldId="426"/>
        </pc:sldMkLst>
        <pc:spChg chg="mod">
          <ac:chgData name="Axel Tingaud" userId="7b7d1ca15e6d0aed" providerId="LiveId" clId="{37A72C1D-64A3-439C-8B53-3E3F8A2176C7}" dt="2025-10-01T16:41:01.839" v="358"/>
          <ac:spMkLst>
            <pc:docMk/>
            <pc:sldMk cId="3578975420" sldId="426"/>
            <ac:spMk id="2" creationId="{8C20DFF2-4FBF-A0B9-705C-380B82FC7CEB}"/>
          </ac:spMkLst>
        </pc:spChg>
        <pc:spChg chg="mod">
          <ac:chgData name="Axel Tingaud" userId="7b7d1ca15e6d0aed" providerId="LiveId" clId="{37A72C1D-64A3-439C-8B53-3E3F8A2176C7}" dt="2025-10-01T16:50:13.210" v="497" actId="1076"/>
          <ac:spMkLst>
            <pc:docMk/>
            <pc:sldMk cId="3578975420" sldId="426"/>
            <ac:spMk id="13" creationId="{CE298AE0-5644-0DBC-A62A-1210E5586809}"/>
          </ac:spMkLst>
        </pc:spChg>
        <pc:picChg chg="add mod">
          <ac:chgData name="Axel Tingaud" userId="7b7d1ca15e6d0aed" providerId="LiveId" clId="{37A72C1D-64A3-439C-8B53-3E3F8A2176C7}" dt="2025-09-29T21:57:42.099" v="55" actId="14100"/>
          <ac:picMkLst>
            <pc:docMk/>
            <pc:sldMk cId="3578975420" sldId="426"/>
            <ac:picMk id="4" creationId="{E4EE8456-8208-8365-DBA2-D5CB146D274F}"/>
          </ac:picMkLst>
        </pc:picChg>
      </pc:sldChg>
      <pc:sldChg chg="modSp add mod">
        <pc:chgData name="Axel Tingaud" userId="7b7d1ca15e6d0aed" providerId="LiveId" clId="{37A72C1D-64A3-439C-8B53-3E3F8A2176C7}" dt="2025-10-01T16:51:34.745" v="555" actId="20577"/>
        <pc:sldMkLst>
          <pc:docMk/>
          <pc:sldMk cId="381911333" sldId="427"/>
        </pc:sldMkLst>
        <pc:spChg chg="mod">
          <ac:chgData name="Axel Tingaud" userId="7b7d1ca15e6d0aed" providerId="LiveId" clId="{37A72C1D-64A3-439C-8B53-3E3F8A2176C7}" dt="2025-10-01T16:51:34.745" v="555" actId="20577"/>
          <ac:spMkLst>
            <pc:docMk/>
            <pc:sldMk cId="381911333" sldId="427"/>
            <ac:spMk id="2" creationId="{2B9358C0-B801-3B8C-99BC-D4DF48ECF631}"/>
          </ac:spMkLst>
        </pc:spChg>
        <pc:graphicFrameChg chg="modGraphic">
          <ac:chgData name="Axel Tingaud" userId="7b7d1ca15e6d0aed" providerId="LiveId" clId="{37A72C1D-64A3-439C-8B53-3E3F8A2176C7}" dt="2025-10-01T16:51:21.231" v="510" actId="122"/>
          <ac:graphicFrameMkLst>
            <pc:docMk/>
            <pc:sldMk cId="381911333" sldId="427"/>
            <ac:graphicFrameMk id="5" creationId="{1B97E20B-29BA-9B03-10E7-3C4EFCA8E93C}"/>
          </ac:graphicFrameMkLst>
        </pc:graphicFrameChg>
      </pc:sldChg>
      <pc:sldChg chg="addSp delSp modSp add mod ord">
        <pc:chgData name="Axel Tingaud" userId="7b7d1ca15e6d0aed" providerId="LiveId" clId="{37A72C1D-64A3-439C-8B53-3E3F8A2176C7}" dt="2025-10-01T20:00:31.185" v="692" actId="14734"/>
        <pc:sldMkLst>
          <pc:docMk/>
          <pc:sldMk cId="4280499017" sldId="428"/>
        </pc:sldMkLst>
        <pc:spChg chg="mod">
          <ac:chgData name="Axel Tingaud" userId="7b7d1ca15e6d0aed" providerId="LiveId" clId="{37A72C1D-64A3-439C-8B53-3E3F8A2176C7}" dt="2025-10-01T19:57:27.857" v="631" actId="20577"/>
          <ac:spMkLst>
            <pc:docMk/>
            <pc:sldMk cId="4280499017" sldId="428"/>
            <ac:spMk id="2" creationId="{973A869D-2A70-0F19-664D-E836E03D33D5}"/>
          </ac:spMkLst>
        </pc:spChg>
        <pc:spChg chg="del">
          <ac:chgData name="Axel Tingaud" userId="7b7d1ca15e6d0aed" providerId="LiveId" clId="{37A72C1D-64A3-439C-8B53-3E3F8A2176C7}" dt="2025-10-01T17:13:22.375" v="575" actId="478"/>
          <ac:spMkLst>
            <pc:docMk/>
            <pc:sldMk cId="4280499017" sldId="428"/>
            <ac:spMk id="3" creationId="{F59B86E6-10B5-9E53-BF78-ACEC5782E293}"/>
          </ac:spMkLst>
        </pc:spChg>
        <pc:spChg chg="add del mod">
          <ac:chgData name="Axel Tingaud" userId="7b7d1ca15e6d0aed" providerId="LiveId" clId="{37A72C1D-64A3-439C-8B53-3E3F8A2176C7}" dt="2025-10-01T17:13:23.539" v="576" actId="478"/>
          <ac:spMkLst>
            <pc:docMk/>
            <pc:sldMk cId="4280499017" sldId="428"/>
            <ac:spMk id="6" creationId="{0CFA9739-C0A8-8192-2B26-F73C09E4965D}"/>
          </ac:spMkLst>
        </pc:spChg>
        <pc:spChg chg="add del mod">
          <ac:chgData name="Axel Tingaud" userId="7b7d1ca15e6d0aed" providerId="LiveId" clId="{37A72C1D-64A3-439C-8B53-3E3F8A2176C7}" dt="2025-10-01T20:00:28.039" v="691" actId="478"/>
          <ac:spMkLst>
            <pc:docMk/>
            <pc:sldMk cId="4280499017" sldId="428"/>
            <ac:spMk id="9" creationId="{B5E1AD91-9403-552C-298A-ADA408092DB8}"/>
          </ac:spMkLst>
        </pc:spChg>
        <pc:graphicFrameChg chg="add mod modGraphic">
          <ac:chgData name="Axel Tingaud" userId="7b7d1ca15e6d0aed" providerId="LiveId" clId="{37A72C1D-64A3-439C-8B53-3E3F8A2176C7}" dt="2025-10-01T20:00:31.185" v="692" actId="14734"/>
          <ac:graphicFrameMkLst>
            <pc:docMk/>
            <pc:sldMk cId="4280499017" sldId="428"/>
            <ac:graphicFrameMk id="7" creationId="{F35C1D53-F7BE-A6D1-C80C-EEBB26715C6D}"/>
          </ac:graphicFrameMkLst>
        </pc:graphicFrameChg>
        <pc:picChg chg="del">
          <ac:chgData name="Axel Tingaud" userId="7b7d1ca15e6d0aed" providerId="LiveId" clId="{37A72C1D-64A3-439C-8B53-3E3F8A2176C7}" dt="2025-10-01T17:13:24.186" v="577" actId="478"/>
          <ac:picMkLst>
            <pc:docMk/>
            <pc:sldMk cId="4280499017" sldId="428"/>
            <ac:picMk id="4" creationId="{B3CAD429-F4B5-8338-5815-BF71F729E18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1F52A3A4-A95B-770E-BA5D-BD8DBBBACC3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2D18C28-204B-8609-A81E-7574532ACE0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C404E46-B2B0-4257-870E-17C2692447C9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01/10/2025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7956551-8070-42C4-FE98-08C3D2FDBD24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ECD6306-54BF-4C43-1420-BFDCC30F538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0F92C43-E9E9-4339-8706-6CED1E64E41A}" type="slidenum">
              <a:t>‹N°›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Espace réservé de la date 2">
            <a:extLst>
              <a:ext uri="{FF2B5EF4-FFF2-40B4-BE49-F238E27FC236}">
                <a16:creationId xmlns:a16="http://schemas.microsoft.com/office/drawing/2014/main" id="{34EE3B22-7213-85A3-E4C3-9DAF77C969E5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4FEAD85-E12A-42FF-932B-2370FADA159A}" type="datetime1">
              <a: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01/10/2025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4234886-5710-C689-B389-7B50E9F3307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5FD7757-4D8C-412D-9A45-8094C8450F0A}" type="slidenum">
              <a:t>‹N°›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Espace réservé du pied de page 6">
            <a:extLst>
              <a:ext uri="{FF2B5EF4-FFF2-40B4-BE49-F238E27FC236}">
                <a16:creationId xmlns:a16="http://schemas.microsoft.com/office/drawing/2014/main" id="{7F9E0026-F591-C363-1496-414C868E77A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Espace réservé de l’en-tête 7">
            <a:extLst>
              <a:ext uri="{FF2B5EF4-FFF2-40B4-BE49-F238E27FC236}">
                <a16:creationId xmlns:a16="http://schemas.microsoft.com/office/drawing/2014/main" id="{192BA2E5-A78C-1654-D037-078A8DFC9EC7}"/>
              </a:ext>
            </a:extLst>
          </p:cNvPr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1820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3101F4AD-2D59-89A5-4C97-0FFD7E8F9C6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B65E3A-8583-1BEA-AE6C-11109FEDFBE7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C5F9673-51D0-43EC-9194-7E4D4EBF8DD8}" type="datetime1">
              <a:rPr lang="fr-FR"/>
              <a:pPr lvl="0"/>
              <a:t>01/10/2025</a:t>
            </a:fld>
            <a:endParaRPr lang="fr-FR"/>
          </a:p>
        </p:txBody>
      </p:sp>
      <p:sp>
        <p:nvSpPr>
          <p:cNvPr id="4" name="Espace réservé de l’image des diapositives 3">
            <a:extLst>
              <a:ext uri="{FF2B5EF4-FFF2-40B4-BE49-F238E27FC236}">
                <a16:creationId xmlns:a16="http://schemas.microsoft.com/office/drawing/2014/main" id="{F4645F03-42FD-0C7B-7B3D-91120CFBE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commentaires 4">
            <a:extLst>
              <a:ext uri="{FF2B5EF4-FFF2-40B4-BE49-F238E27FC236}">
                <a16:creationId xmlns:a16="http://schemas.microsoft.com/office/drawing/2014/main" id="{5D065C2A-4C1B-38DB-E7D5-D3C82F00A35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4F43E6-BF6E-534A-57B5-3358B79A4992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BACF46-95E3-0B39-7CC0-8B91B66F499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5D70A963-CF45-41FC-8514-3CB9298E2FCE}" type="slidenum">
              <a:t>‹N°›</a:t>
            </a:fld>
            <a:endParaRPr lang="fr-FR"/>
          </a:p>
        </p:txBody>
      </p:sp>
      <p:sp>
        <p:nvSpPr>
          <p:cNvPr id="8" name="Espace réservé de l'en-tête 1">
            <a:extLst>
              <a:ext uri="{FF2B5EF4-FFF2-40B4-BE49-F238E27FC236}">
                <a16:creationId xmlns:a16="http://schemas.microsoft.com/office/drawing/2014/main" id="{A501C60D-FC15-DE93-F973-D6837B322F1E}"/>
              </a:ext>
            </a:extLst>
          </p:cNvPr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9" name="Espace réservé de la date 2">
            <a:extLst>
              <a:ext uri="{FF2B5EF4-FFF2-40B4-BE49-F238E27FC236}">
                <a16:creationId xmlns:a16="http://schemas.microsoft.com/office/drawing/2014/main" id="{35865585-A8DA-BADF-F9ED-52089D968882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70009EDE-B8FA-42BB-8747-F8EFC7E8C7EE}" type="datetime1">
              <a:rPr lang="fr-FR"/>
              <a:pPr lvl="0"/>
              <a:t>01/10/2025</a:t>
            </a:fld>
            <a:endParaRPr lang="fr-FR"/>
          </a:p>
        </p:txBody>
      </p:sp>
      <p:sp>
        <p:nvSpPr>
          <p:cNvPr id="10" name="Espace réservé de l'image des diapositives 3">
            <a:extLst>
              <a:ext uri="{FF2B5EF4-FFF2-40B4-BE49-F238E27FC236}">
                <a16:creationId xmlns:a16="http://schemas.microsoft.com/office/drawing/2014/main" id="{DE0F00DB-517A-E430-1636-BAB488A5BC7A}"/>
              </a:ext>
            </a:extLst>
          </p:cNvPr>
          <p:cNvSpPr>
            <a:spLocks noGrp="1" noRot="1" noChangeAspect="1"/>
          </p:cNvSpPr>
          <p:nvPr>
            <p:ph type="sldImg" sz="quarter" idx="4294967295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11" name="Espace réservé des notes 4">
            <a:extLst>
              <a:ext uri="{FF2B5EF4-FFF2-40B4-BE49-F238E27FC236}">
                <a16:creationId xmlns:a16="http://schemas.microsoft.com/office/drawing/2014/main" id="{E8721675-FB42-1AC3-1CEA-B5CE602B9260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pied de page 5">
            <a:extLst>
              <a:ext uri="{FF2B5EF4-FFF2-40B4-BE49-F238E27FC236}">
                <a16:creationId xmlns:a16="http://schemas.microsoft.com/office/drawing/2014/main" id="{06037E74-C627-A1D9-85E0-72E7754C3D8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13" name="Espace réservé du numéro de diapositive 6">
            <a:extLst>
              <a:ext uri="{FF2B5EF4-FFF2-40B4-BE49-F238E27FC236}">
                <a16:creationId xmlns:a16="http://schemas.microsoft.com/office/drawing/2014/main" id="{B481914F-FB45-86FB-7A49-EA5F4736061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039F7B2-078D-47F6-A02B-5DF90134EB6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3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7C6229AC-AE8B-5251-644C-0C3F3DA14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08BB2D97-5A6A-4B04-156D-20AB950E6BF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8441D8D-22CD-2CBA-2AE8-F8E0040EAC6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6FD3CDE-BE32-4491-8A8E-EF2B039D8C15}" type="slidenum">
              <a:t>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305D2C06-E834-B155-5820-36F04B9E3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413EE51-DCAD-4A6E-DAD8-86C3435C098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754C95-FCFF-CA31-F3A9-CC7965BF4E1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67E6F79-E2E2-465A-B177-4482B2AF31EC}" type="slidenum">
              <a:t>2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7B74651-0B58-387D-4D4D-893CB57760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810765F7-FFC0-BEE9-E65A-60402E5C8B2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6DA903-6BEF-E006-3488-31DB0E548B93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6E78134-4741-4628-8A18-82B6A7E5F28A}" type="slidenum">
              <a:t>8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505B163B-D259-D6C2-F5A5-4F0E0AA71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D0ABF8A8-E413-618A-F87C-C697BFA7A6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C623E80-0515-6F56-3EC9-412C1B3E0D0B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A13D35E-4812-44ED-B872-8A5BFCAD9A6F}" type="slidenum">
              <a:t>10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93A591B4-DCEC-E268-F746-58937C380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EC02210A-3DFC-CA6B-4A85-0A5CBA8180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F0D357-A750-3611-AF87-7932E2A27EA7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1049DE3-F07B-408E-85B8-DEB74EE79B29}" type="slidenum">
              <a:t>11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DF7EE9AA-62CC-A0A9-4348-FFAD2947F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FA73989-110F-06C9-9E2A-6C06194B6A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9FD03CE-6381-8E0E-3284-572AA0A3A87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6E5D98A-29C5-4017-9331-A1FCD2E1884D}" type="slidenum">
              <a:t>20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A3F2F37C-3C30-CCED-747E-61DD67148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A552AB8-0034-97AE-0E9B-5594A35388E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1350FD-9F3F-0F1C-55C8-4AC3201FD065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966C1F-F009-4E6B-9548-C0D7A1723D64}" type="slidenum">
              <a:t>22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1B1BC207-8E5F-F847-1C31-6D2CD7A691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AD0ED09A-99D1-E1C2-90E1-D351577BD12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BCFFC6-CA7F-6FCF-0D4A-0D8E08EEE4C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0EBB675-C344-4FD2-9442-9595B302B33A}" type="slidenum">
              <a:t>23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704786B-C099-B954-DF70-00D33F0D6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52BAE2C3-29E5-FDD2-B3CE-CBBCF6271DF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3EBCE65-0414-E0DB-F0AB-1445B144F10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D2ADFE1-5C1D-40D0-A79A-F7B91782F152}" type="slidenum">
              <a:t>24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3C85B4-CFEA-99AA-CD61-3A8B35123E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DA2081C7-B55C-BCEB-E9F3-D96CADA61F76}"/>
              </a:ext>
            </a:extLst>
          </p:cNvPr>
          <p:cNvGrpSpPr/>
          <p:nvPr/>
        </p:nvGrpSpPr>
        <p:grpSpPr>
          <a:xfrm>
            <a:off x="0" y="758750"/>
            <a:ext cx="6099248" cy="6099249"/>
            <a:chOff x="0" y="758750"/>
            <a:chExt cx="6099248" cy="6099249"/>
          </a:xfrm>
        </p:grpSpPr>
        <p:sp>
          <p:nvSpPr>
            <p:cNvPr id="4" name="Forme libre 9">
              <a:extLst>
                <a:ext uri="{FF2B5EF4-FFF2-40B4-BE49-F238E27FC236}">
                  <a16:creationId xmlns:a16="http://schemas.microsoft.com/office/drawing/2014/main" id="{49801AB7-4A4A-099B-2911-0EB0EF294F0C}"/>
                </a:ext>
              </a:extLst>
            </p:cNvPr>
            <p:cNvSpPr/>
            <p:nvPr/>
          </p:nvSpPr>
          <p:spPr>
            <a:xfrm>
              <a:off x="0" y="758750"/>
              <a:ext cx="3073673" cy="4098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 10">
              <a:extLst>
                <a:ext uri="{FF2B5EF4-FFF2-40B4-BE49-F238E27FC236}">
                  <a16:creationId xmlns:a16="http://schemas.microsoft.com/office/drawing/2014/main" id="{9F16616E-773D-B89C-874D-EEDCB78C0A5A}"/>
                </a:ext>
              </a:extLst>
            </p:cNvPr>
            <p:cNvSpPr/>
            <p:nvPr/>
          </p:nvSpPr>
          <p:spPr>
            <a:xfrm>
              <a:off x="0" y="4862129"/>
              <a:ext cx="1996427" cy="1995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 11">
              <a:extLst>
                <a:ext uri="{FF2B5EF4-FFF2-40B4-BE49-F238E27FC236}">
                  <a16:creationId xmlns:a16="http://schemas.microsoft.com/office/drawing/2014/main" id="{555E0369-99C8-5E4D-47CA-B0AB4DC710F4}"/>
                </a:ext>
              </a:extLst>
            </p:cNvPr>
            <p:cNvSpPr/>
            <p:nvPr/>
          </p:nvSpPr>
          <p:spPr>
            <a:xfrm>
              <a:off x="2097798" y="4856981"/>
              <a:ext cx="4001450" cy="2001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cxnSp>
        <p:nvCxnSpPr>
          <p:cNvPr id="7" name="Connecteur droit 12">
            <a:extLst>
              <a:ext uri="{FF2B5EF4-FFF2-40B4-BE49-F238E27FC236}">
                <a16:creationId xmlns:a16="http://schemas.microsoft.com/office/drawing/2014/main" id="{94133232-70C5-072A-21A8-611CE5C5E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09360" y="3950207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95304125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dre du jo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5">
            <a:extLst>
              <a:ext uri="{FF2B5EF4-FFF2-40B4-BE49-F238E27FC236}">
                <a16:creationId xmlns:a16="http://schemas.microsoft.com/office/drawing/2014/main" id="{7823DA52-23BC-9EFB-622F-D0E1E92E6AD3}"/>
              </a:ext>
            </a:extLst>
          </p:cNvPr>
          <p:cNvGrpSpPr/>
          <p:nvPr/>
        </p:nvGrpSpPr>
        <p:grpSpPr>
          <a:xfrm>
            <a:off x="6362696" y="0"/>
            <a:ext cx="5829300" cy="3235604"/>
            <a:chOff x="6362696" y="0"/>
            <a:chExt cx="5829300" cy="3235604"/>
          </a:xfrm>
        </p:grpSpPr>
        <p:sp>
          <p:nvSpPr>
            <p:cNvPr id="3" name="Forme automatique 24">
              <a:extLst>
                <a:ext uri="{FF2B5EF4-FFF2-40B4-BE49-F238E27FC236}">
                  <a16:creationId xmlns:a16="http://schemas.microsoft.com/office/drawing/2014/main" id="{701C53BF-7402-42E4-FC80-69901D3F9376}"/>
                </a:ext>
              </a:extLst>
            </p:cNvPr>
            <p:cNvSpPr/>
            <p:nvPr/>
          </p:nvSpPr>
          <p:spPr>
            <a:xfrm>
              <a:off x="6362696" y="0"/>
              <a:ext cx="3884755" cy="32356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78"/>
                <a:gd name="f7" fmla="val 2980"/>
                <a:gd name="f8" fmla="+- 0 8372 0"/>
                <a:gd name="f9" fmla="+- 0 7780 0"/>
                <a:gd name="f10" fmla="+- 0 6586 0"/>
                <a:gd name="f11" fmla="+- 0 7774 0"/>
                <a:gd name="f12" fmla="+- 0 10163 0"/>
                <a:gd name="f13" fmla="+- 0 9566 0"/>
                <a:gd name="f14" fmla="+- 0 8969 0"/>
                <a:gd name="f15" fmla="val 1786"/>
                <a:gd name="f16" fmla="val 591"/>
                <a:gd name="f17" fmla="val 1194"/>
                <a:gd name="f18" fmla="val 1188"/>
                <a:gd name="f19" fmla="val 3577"/>
                <a:gd name="f20" fmla="val 2383"/>
                <a:gd name="f21" fmla="+- 0 0 -90"/>
                <a:gd name="f22" fmla="*/ f3 1 3578"/>
                <a:gd name="f23" fmla="*/ f4 1 2980"/>
                <a:gd name="f24" fmla="+- f8 0 6586"/>
                <a:gd name="f25" fmla="+- f9 0 6586"/>
                <a:gd name="f26" fmla="+- f10 0 6586"/>
                <a:gd name="f27" fmla="+- f11 0 6586"/>
                <a:gd name="f28" fmla="+- f12 0 6586"/>
                <a:gd name="f29" fmla="+- f13 0 6586"/>
                <a:gd name="f30" fmla="+- f14 0 6586"/>
                <a:gd name="f31" fmla="+- f7 0 f5"/>
                <a:gd name="f32" fmla="+- f6 0 f5"/>
                <a:gd name="f33" fmla="*/ f21 f0 1"/>
                <a:gd name="f34" fmla="*/ f32 1 3578"/>
                <a:gd name="f35" fmla="*/ f31 1 2980"/>
                <a:gd name="f36" fmla="*/ f24 f32 1"/>
                <a:gd name="f37" fmla="*/ 591 f31 1"/>
                <a:gd name="f38" fmla="*/ f25 f32 1"/>
                <a:gd name="f39" fmla="*/ 0 f31 1"/>
                <a:gd name="f40" fmla="*/ f26 f32 1"/>
                <a:gd name="f41" fmla="*/ f27 f32 1"/>
                <a:gd name="f42" fmla="*/ 1188 f31 1"/>
                <a:gd name="f43" fmla="*/ f28 f32 1"/>
                <a:gd name="f44" fmla="*/ 2383 f31 1"/>
                <a:gd name="f45" fmla="*/ f29 f32 1"/>
                <a:gd name="f46" fmla="*/ 1786 f31 1"/>
                <a:gd name="f47" fmla="*/ f30 f32 1"/>
                <a:gd name="f48" fmla="*/ 2980 f31 1"/>
                <a:gd name="f49" fmla="*/ f33 1 f2"/>
                <a:gd name="f50" fmla="*/ f36 1 3578"/>
                <a:gd name="f51" fmla="*/ f37 1 2980"/>
                <a:gd name="f52" fmla="*/ f38 1 3578"/>
                <a:gd name="f53" fmla="*/ f39 1 2980"/>
                <a:gd name="f54" fmla="*/ f40 1 3578"/>
                <a:gd name="f55" fmla="*/ f41 1 3578"/>
                <a:gd name="f56" fmla="*/ f42 1 2980"/>
                <a:gd name="f57" fmla="*/ f43 1 3578"/>
                <a:gd name="f58" fmla="*/ f44 1 2980"/>
                <a:gd name="f59" fmla="*/ f45 1 3578"/>
                <a:gd name="f60" fmla="*/ f46 1 2980"/>
                <a:gd name="f61" fmla="*/ f47 1 3578"/>
                <a:gd name="f62" fmla="*/ f48 1 2980"/>
                <a:gd name="f63" fmla="*/ 0 1 f34"/>
                <a:gd name="f64" fmla="*/ f6 1 f34"/>
                <a:gd name="f65" fmla="*/ 0 1 f35"/>
                <a:gd name="f66" fmla="*/ f7 1 f35"/>
                <a:gd name="f67" fmla="+- f49 0 f1"/>
                <a:gd name="f68" fmla="*/ f50 1 f34"/>
                <a:gd name="f69" fmla="*/ f51 1 f35"/>
                <a:gd name="f70" fmla="*/ f52 1 f34"/>
                <a:gd name="f71" fmla="*/ f53 1 f35"/>
                <a:gd name="f72" fmla="*/ f54 1 f34"/>
                <a:gd name="f73" fmla="*/ f55 1 f34"/>
                <a:gd name="f74" fmla="*/ f56 1 f35"/>
                <a:gd name="f75" fmla="*/ f57 1 f34"/>
                <a:gd name="f76" fmla="*/ f58 1 f35"/>
                <a:gd name="f77" fmla="*/ f59 1 f34"/>
                <a:gd name="f78" fmla="*/ f60 1 f35"/>
                <a:gd name="f79" fmla="*/ f61 1 f34"/>
                <a:gd name="f80" fmla="*/ f62 1 f35"/>
                <a:gd name="f81" fmla="*/ f63 f22 1"/>
                <a:gd name="f82" fmla="*/ f64 f22 1"/>
                <a:gd name="f83" fmla="*/ f66 f23 1"/>
                <a:gd name="f84" fmla="*/ f65 f23 1"/>
                <a:gd name="f85" fmla="*/ f68 f22 1"/>
                <a:gd name="f86" fmla="*/ f69 f23 1"/>
                <a:gd name="f87" fmla="*/ f70 f22 1"/>
                <a:gd name="f88" fmla="*/ f71 f23 1"/>
                <a:gd name="f89" fmla="*/ f72 f22 1"/>
                <a:gd name="f90" fmla="*/ f73 f22 1"/>
                <a:gd name="f91" fmla="*/ f74 f23 1"/>
                <a:gd name="f92" fmla="*/ f75 f22 1"/>
                <a:gd name="f93" fmla="*/ f76 f23 1"/>
                <a:gd name="f94" fmla="*/ f77 f22 1"/>
                <a:gd name="f95" fmla="*/ f78 f23 1"/>
                <a:gd name="f96" fmla="*/ f79 f22 1"/>
                <a:gd name="f97" fmla="*/ f80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7">
                  <a:pos x="f85" y="f86"/>
                </a:cxn>
                <a:cxn ang="f67">
                  <a:pos x="f87" y="f88"/>
                </a:cxn>
                <a:cxn ang="f67">
                  <a:pos x="f89" y="f88"/>
                </a:cxn>
                <a:cxn ang="f67">
                  <a:pos x="f90" y="f91"/>
                </a:cxn>
                <a:cxn ang="f67">
                  <a:pos x="f85" y="f86"/>
                </a:cxn>
                <a:cxn ang="f67">
                  <a:pos x="f92" y="f93"/>
                </a:cxn>
                <a:cxn ang="f67">
                  <a:pos x="f94" y="f95"/>
                </a:cxn>
                <a:cxn ang="f67">
                  <a:pos x="f96" y="f93"/>
                </a:cxn>
                <a:cxn ang="f67">
                  <a:pos x="f94" y="f97"/>
                </a:cxn>
                <a:cxn ang="f67">
                  <a:pos x="f92" y="f93"/>
                </a:cxn>
              </a:cxnLst>
              <a:rect l="f81" t="f84" r="f82" b="f83"/>
              <a:pathLst>
                <a:path w="3578" h="2980">
                  <a:moveTo>
                    <a:pt x="f15" y="f16"/>
                  </a:moveTo>
                  <a:lnTo>
                    <a:pt x="f17" y="f5"/>
                  </a:lnTo>
                  <a:lnTo>
                    <a:pt x="f5" y="f5"/>
                  </a:lnTo>
                  <a:lnTo>
                    <a:pt x="f18" y="f18"/>
                  </a:lnTo>
                  <a:lnTo>
                    <a:pt x="f15" y="f16"/>
                  </a:lnTo>
                  <a:moveTo>
                    <a:pt x="f19" y="f20"/>
                  </a:moveTo>
                  <a:lnTo>
                    <a:pt x="f7" y="f15"/>
                  </a:lnTo>
                  <a:lnTo>
                    <a:pt x="f20" y="f20"/>
                  </a:lnTo>
                  <a:lnTo>
                    <a:pt x="f7" y="f7"/>
                  </a:lnTo>
                  <a:lnTo>
                    <a:pt x="f19" y="f2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orme libre 7">
              <a:extLst>
                <a:ext uri="{FF2B5EF4-FFF2-40B4-BE49-F238E27FC236}">
                  <a16:creationId xmlns:a16="http://schemas.microsoft.com/office/drawing/2014/main" id="{9C385ECD-42A0-A028-1011-9C4D91608E5B}"/>
                </a:ext>
              </a:extLst>
            </p:cNvPr>
            <p:cNvSpPr/>
            <p:nvPr/>
          </p:nvSpPr>
          <p:spPr>
            <a:xfrm>
              <a:off x="7004368" y="1289898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7774 0"/>
                <a:gd name="f8" fmla="+- 0 7177 0"/>
                <a:gd name="f9" fmla="+- 0 8372 0"/>
                <a:gd name="f10" fmla="+- 0 8969 0"/>
                <a:gd name="f11" fmla="val 597"/>
                <a:gd name="f12" fmla="val 598"/>
                <a:gd name="f13" fmla="val 1195"/>
                <a:gd name="f14" fmla="+- 0 0 -90"/>
                <a:gd name="f15" fmla="*/ f3 1 1792"/>
                <a:gd name="f16" fmla="*/ f4 1 1792"/>
                <a:gd name="f17" fmla="+- f7 0 7177"/>
                <a:gd name="f18" fmla="+- f8 0 7177"/>
                <a:gd name="f19" fmla="+- f9 0 7177"/>
                <a:gd name="f20" fmla="+- f10 0 7177"/>
                <a:gd name="f21" fmla="+- f6 0 f5"/>
                <a:gd name="f22" fmla="*/ f14 f0 1"/>
                <a:gd name="f23" fmla="*/ f21 1 1792"/>
                <a:gd name="f24" fmla="*/ f17 f21 1"/>
                <a:gd name="f25" fmla="*/ 1188 f21 1"/>
                <a:gd name="f26" fmla="*/ f18 f21 1"/>
                <a:gd name="f27" fmla="*/ 1786 f21 1"/>
                <a:gd name="f28" fmla="*/ f19 f21 1"/>
                <a:gd name="f29" fmla="*/ 2980 f21 1"/>
                <a:gd name="f30" fmla="*/ f20 f21 1"/>
                <a:gd name="f31" fmla="*/ 2383 f21 1"/>
                <a:gd name="f32" fmla="*/ f22 1 f2"/>
                <a:gd name="f33" fmla="*/ f24 1 1792"/>
                <a:gd name="f34" fmla="*/ f25 1 1792"/>
                <a:gd name="f35" fmla="*/ f26 1 1792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0 1 f23"/>
                <a:gd name="f42" fmla="*/ f6 1 f23"/>
                <a:gd name="f43" fmla="+- f32 0 f1"/>
                <a:gd name="f44" fmla="*/ f33 1 f23"/>
                <a:gd name="f45" fmla="*/ f34 1 f23"/>
                <a:gd name="f46" fmla="*/ f35 1 f23"/>
                <a:gd name="f47" fmla="*/ f36 1 f23"/>
                <a:gd name="f48" fmla="*/ f37 1 f23"/>
                <a:gd name="f49" fmla="*/ f38 1 f23"/>
                <a:gd name="f50" fmla="*/ f39 1 f23"/>
                <a:gd name="f51" fmla="*/ f40 1 f23"/>
                <a:gd name="f52" fmla="*/ f41 f15 1"/>
                <a:gd name="f53" fmla="*/ f42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62" y="f63"/>
                </a:cxn>
                <a:cxn ang="f43">
                  <a:pos x="f56" y="f57"/>
                </a:cxn>
              </a:cxnLst>
              <a:rect l="f52" t="f55" r="f53" b="f54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 8">
              <a:extLst>
                <a:ext uri="{FF2B5EF4-FFF2-40B4-BE49-F238E27FC236}">
                  <a16:creationId xmlns:a16="http://schemas.microsoft.com/office/drawing/2014/main" id="{121EF4D7-269C-6A30-ED33-44D8ABDC77B5}"/>
                </a:ext>
              </a:extLst>
            </p:cNvPr>
            <p:cNvSpPr/>
            <p:nvPr/>
          </p:nvSpPr>
          <p:spPr>
            <a:xfrm>
              <a:off x="8955432" y="0"/>
              <a:ext cx="1284421" cy="642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83"/>
                <a:gd name="f7" fmla="val 592"/>
                <a:gd name="f8" fmla="+- 0 10158 0"/>
                <a:gd name="f9" fmla="+- 0 8975 0"/>
                <a:gd name="f10" fmla="+- 0 9566 0"/>
                <a:gd name="f11" fmla="val 591"/>
                <a:gd name="f12" fmla="+- 0 0 -90"/>
                <a:gd name="f13" fmla="*/ f3 1 1183"/>
                <a:gd name="f14" fmla="*/ f4 1 592"/>
                <a:gd name="f15" fmla="+- f8 0 8975"/>
                <a:gd name="f16" fmla="+- f9 0 8975"/>
                <a:gd name="f17" fmla="+- f10 0 8975"/>
                <a:gd name="f18" fmla="+- f7 0 f5"/>
                <a:gd name="f19" fmla="+- f6 0 f5"/>
                <a:gd name="f20" fmla="*/ f12 f0 1"/>
                <a:gd name="f21" fmla="*/ f19 1 1183"/>
                <a:gd name="f22" fmla="*/ f18 1 592"/>
                <a:gd name="f23" fmla="*/ f15 f19 1"/>
                <a:gd name="f24" fmla="*/ 0 f18 1"/>
                <a:gd name="f25" fmla="*/ f16 f19 1"/>
                <a:gd name="f26" fmla="*/ f17 f19 1"/>
                <a:gd name="f27" fmla="*/ 591 f18 1"/>
                <a:gd name="f28" fmla="*/ f20 1 f2"/>
                <a:gd name="f29" fmla="*/ f23 1 1183"/>
                <a:gd name="f30" fmla="*/ f24 1 592"/>
                <a:gd name="f31" fmla="*/ f25 1 1183"/>
                <a:gd name="f32" fmla="*/ f26 1 1183"/>
                <a:gd name="f33" fmla="*/ f27 1 592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1"/>
                <a:gd name="f43" fmla="*/ f33 1 f22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3 1"/>
                <a:gd name="f52" fmla="*/ f43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49"/>
                </a:cxn>
                <a:cxn ang="f38">
                  <a:pos x="f51" y="f52"/>
                </a:cxn>
                <a:cxn ang="f38">
                  <a:pos x="f48" y="f49"/>
                </a:cxn>
              </a:cxnLst>
              <a:rect l="f44" t="f47" r="f45" b="f46"/>
              <a:pathLst>
                <a:path w="1183" h="592">
                  <a:moveTo>
                    <a:pt x="f6" y="f5"/>
                  </a:moveTo>
                  <a:lnTo>
                    <a:pt x="f5" y="f5"/>
                  </a:lnTo>
                  <a:lnTo>
                    <a:pt x="f11" y="f11"/>
                  </a:lnTo>
                  <a:lnTo>
                    <a:pt x="f6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 9">
              <a:extLst>
                <a:ext uri="{FF2B5EF4-FFF2-40B4-BE49-F238E27FC236}">
                  <a16:creationId xmlns:a16="http://schemas.microsoft.com/office/drawing/2014/main" id="{B7A78A3D-4F54-65D2-5903-8275F97BEECA}"/>
                </a:ext>
              </a:extLst>
            </p:cNvPr>
            <p:cNvSpPr/>
            <p:nvPr/>
          </p:nvSpPr>
          <p:spPr>
            <a:xfrm>
              <a:off x="7652549" y="641689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8372 0"/>
                <a:gd name="f8" fmla="+- 0 7774 0"/>
                <a:gd name="f9" fmla="+- 0 8969 0"/>
                <a:gd name="f10" fmla="+- 0 9566 0"/>
                <a:gd name="f11" fmla="val 598"/>
                <a:gd name="f12" fmla="val 597"/>
                <a:gd name="f13" fmla="val 1195"/>
                <a:gd name="f14" fmla="+- 0 0 -90"/>
                <a:gd name="f15" fmla="*/ f3 1 1792"/>
                <a:gd name="f16" fmla="*/ f4 1 1792"/>
                <a:gd name="f17" fmla="+- f7 0 7774"/>
                <a:gd name="f18" fmla="+- f8 0 7774"/>
                <a:gd name="f19" fmla="+- f9 0 7774"/>
                <a:gd name="f20" fmla="+- f10 0 7774"/>
                <a:gd name="f21" fmla="+- f6 0 f5"/>
                <a:gd name="f22" fmla="*/ f14 f0 1"/>
                <a:gd name="f23" fmla="*/ f21 1 1792"/>
                <a:gd name="f24" fmla="*/ f17 f21 1"/>
                <a:gd name="f25" fmla="*/ 591 f21 1"/>
                <a:gd name="f26" fmla="*/ f18 f21 1"/>
                <a:gd name="f27" fmla="*/ 1188 f21 1"/>
                <a:gd name="f28" fmla="*/ f19 f21 1"/>
                <a:gd name="f29" fmla="*/ 2383 f21 1"/>
                <a:gd name="f30" fmla="*/ f20 f21 1"/>
                <a:gd name="f31" fmla="*/ 1786 f21 1"/>
                <a:gd name="f32" fmla="*/ f22 1 f2"/>
                <a:gd name="f33" fmla="*/ f24 1 1792"/>
                <a:gd name="f34" fmla="*/ f25 1 1792"/>
                <a:gd name="f35" fmla="*/ f26 1 1792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0 1 f23"/>
                <a:gd name="f42" fmla="*/ f6 1 f23"/>
                <a:gd name="f43" fmla="+- f32 0 f1"/>
                <a:gd name="f44" fmla="*/ f33 1 f23"/>
                <a:gd name="f45" fmla="*/ f34 1 f23"/>
                <a:gd name="f46" fmla="*/ f35 1 f23"/>
                <a:gd name="f47" fmla="*/ f36 1 f23"/>
                <a:gd name="f48" fmla="*/ f37 1 f23"/>
                <a:gd name="f49" fmla="*/ f38 1 f23"/>
                <a:gd name="f50" fmla="*/ f39 1 f23"/>
                <a:gd name="f51" fmla="*/ f40 1 f23"/>
                <a:gd name="f52" fmla="*/ f41 f15 1"/>
                <a:gd name="f53" fmla="*/ f42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62" y="f63"/>
                </a:cxn>
                <a:cxn ang="f43">
                  <a:pos x="f56" y="f57"/>
                </a:cxn>
              </a:cxnLst>
              <a:rect l="f52" t="f55" r="f53" b="f54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orme libre 10">
              <a:extLst>
                <a:ext uri="{FF2B5EF4-FFF2-40B4-BE49-F238E27FC236}">
                  <a16:creationId xmlns:a16="http://schemas.microsoft.com/office/drawing/2014/main" id="{9E7EDBB5-C7A1-3831-0A18-E870D18371A6}"/>
                </a:ext>
              </a:extLst>
            </p:cNvPr>
            <p:cNvSpPr/>
            <p:nvPr/>
          </p:nvSpPr>
          <p:spPr>
            <a:xfrm>
              <a:off x="9598182" y="641689"/>
              <a:ext cx="2593814" cy="25939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89"/>
                <a:gd name="f7" fmla="+- 0 11955 0"/>
                <a:gd name="f8" fmla="+- 0 10760 0"/>
                <a:gd name="f9" fmla="+- 0 9566 0"/>
                <a:gd name="f10" fmla="val 1195"/>
                <a:gd name="f11" fmla="val 1194"/>
                <a:gd name="f12" fmla="+- 0 0 -90"/>
                <a:gd name="f13" fmla="*/ f3 1 2389"/>
                <a:gd name="f14" fmla="*/ f4 1 2389"/>
                <a:gd name="f15" fmla="+- f7 0 9566"/>
                <a:gd name="f16" fmla="+- f8 0 9566"/>
                <a:gd name="f17" fmla="+- f9 0 9566"/>
                <a:gd name="f18" fmla="+- f6 0 f5"/>
                <a:gd name="f19" fmla="*/ f12 f0 1"/>
                <a:gd name="f20" fmla="*/ f18 1 2389"/>
                <a:gd name="f21" fmla="*/ f15 f18 1"/>
                <a:gd name="f22" fmla="*/ 1786 f18 1"/>
                <a:gd name="f23" fmla="*/ f16 f18 1"/>
                <a:gd name="f24" fmla="*/ 591 f18 1"/>
                <a:gd name="f25" fmla="*/ f17 f18 1"/>
                <a:gd name="f26" fmla="*/ 2980 f18 1"/>
                <a:gd name="f27" fmla="*/ f19 1 f2"/>
                <a:gd name="f28" fmla="*/ f21 1 2389"/>
                <a:gd name="f29" fmla="*/ f22 1 2389"/>
                <a:gd name="f30" fmla="*/ f23 1 2389"/>
                <a:gd name="f31" fmla="*/ f24 1 2389"/>
                <a:gd name="f32" fmla="*/ f25 1 2389"/>
                <a:gd name="f33" fmla="*/ f26 1 2389"/>
                <a:gd name="f34" fmla="*/ 0 1 f20"/>
                <a:gd name="f35" fmla="*/ f6 1 f20"/>
                <a:gd name="f36" fmla="+- f27 0 f1"/>
                <a:gd name="f37" fmla="*/ f28 1 f20"/>
                <a:gd name="f38" fmla="*/ f29 1 f20"/>
                <a:gd name="f39" fmla="*/ f30 1 f20"/>
                <a:gd name="f40" fmla="*/ f31 1 f20"/>
                <a:gd name="f41" fmla="*/ f32 1 f20"/>
                <a:gd name="f42" fmla="*/ f33 1 f20"/>
                <a:gd name="f43" fmla="*/ f34 f13 1"/>
                <a:gd name="f44" fmla="*/ f35 f13 1"/>
                <a:gd name="f45" fmla="*/ f35 f14 1"/>
                <a:gd name="f46" fmla="*/ f34 f14 1"/>
                <a:gd name="f47" fmla="*/ f37 f13 1"/>
                <a:gd name="f48" fmla="*/ f38 f14 1"/>
                <a:gd name="f49" fmla="*/ f39 f13 1"/>
                <a:gd name="f50" fmla="*/ f40 f14 1"/>
                <a:gd name="f51" fmla="*/ f41 f13 1"/>
                <a:gd name="f52" fmla="*/ f4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47" y="f48"/>
                </a:cxn>
                <a:cxn ang="f36">
                  <a:pos x="f49" y="f50"/>
                </a:cxn>
                <a:cxn ang="f36">
                  <a:pos x="f51" y="f48"/>
                </a:cxn>
                <a:cxn ang="f36">
                  <a:pos x="f49" y="f52"/>
                </a:cxn>
                <a:cxn ang="f36">
                  <a:pos x="f47" y="f48"/>
                </a:cxn>
              </a:cxnLst>
              <a:rect l="f43" t="f46" r="f44" b="f45"/>
              <a:pathLst>
                <a:path w="2389" h="2389">
                  <a:moveTo>
                    <a:pt x="f6" y="f10"/>
                  </a:moveTo>
                  <a:lnTo>
                    <a:pt x="f11" y="f5"/>
                  </a:lnTo>
                  <a:lnTo>
                    <a:pt x="f5" y="f10"/>
                  </a:lnTo>
                  <a:lnTo>
                    <a:pt x="f11" y="f6"/>
                  </a:lnTo>
                  <a:lnTo>
                    <a:pt x="f6" y="f1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4414F7EC-D974-99D9-B9E9-6FEBDB338C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89573"/>
            <a:ext cx="6787746" cy="1593506"/>
          </a:xfrm>
        </p:spPr>
        <p:txBody>
          <a:bodyPr lIns="0" tIns="0" rIns="0" bIns="0" anchor="b">
            <a:noAutofit/>
          </a:bodyPr>
          <a:lstStyle>
            <a:lvl1pPr>
              <a:defRPr spc="50"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A15FF874-C5A7-D16D-0EAF-17836720344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281921"/>
            <a:ext cx="6787746" cy="3708513"/>
          </a:xfrm>
        </p:spPr>
        <p:txBody>
          <a:bodyPr lIns="0" tIns="228600" rIns="0" bIns="0"/>
          <a:lstStyle>
            <a:lvl1pPr marL="283464">
              <a:lnSpc>
                <a:spcPct val="80000"/>
              </a:lnSpc>
              <a:spcBef>
                <a:spcPts val="2200"/>
              </a:spcBef>
              <a:defRPr sz="2400" b="1">
                <a:solidFill>
                  <a:srgbClr val="5D7D40"/>
                </a:solidFill>
              </a:defRPr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numéro de diapositive 42">
            <a:extLst>
              <a:ext uri="{FF2B5EF4-FFF2-40B4-BE49-F238E27FC236}">
                <a16:creationId xmlns:a16="http://schemas.microsoft.com/office/drawing/2014/main" id="{116CC4A2-B3ED-ECFD-5079-255740C6641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3C2172-5293-46A3-9AB6-2BEF9AAF6DEE}" type="slidenum">
              <a:t>‹N°›</a:t>
            </a:fld>
            <a:endParaRPr lang="fr-FR"/>
          </a:p>
        </p:txBody>
      </p:sp>
      <p:sp>
        <p:nvSpPr>
          <p:cNvPr id="11" name="Espace réservé de la date 41">
            <a:extLst>
              <a:ext uri="{FF2B5EF4-FFF2-40B4-BE49-F238E27FC236}">
                <a16:creationId xmlns:a16="http://schemas.microsoft.com/office/drawing/2014/main" id="{FEFDFE5F-A166-0544-EA91-C20FA130D1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cxnSp>
        <p:nvCxnSpPr>
          <p:cNvPr id="12" name="Connecteur droit 3">
            <a:extLst>
              <a:ext uri="{FF2B5EF4-FFF2-40B4-BE49-F238E27FC236}">
                <a16:creationId xmlns:a16="http://schemas.microsoft.com/office/drawing/2014/main" id="{92CB6266-F56B-AE7A-9C7A-D600AF92E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39"/>
            <a:ext cx="2130552" cy="0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337534839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la section">
    <p:bg>
      <p:bgPr>
        <a:solidFill>
          <a:srgbClr val="4495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’image 3">
            <a:extLst>
              <a:ext uri="{FF2B5EF4-FFF2-40B4-BE49-F238E27FC236}">
                <a16:creationId xmlns:a16="http://schemas.microsoft.com/office/drawing/2014/main" id="{400AC94B-64AA-A835-3A89-0E3CAEC733A8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0"/>
            <a:ext cx="12191996" cy="6880539"/>
          </a:xfrm>
        </p:spPr>
        <p:txBody>
          <a:bodyPr tIns="182880" anchorCtr="1">
            <a:no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16C14EB1-24E2-27F9-2315-B314E56AE9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0" y="444928"/>
            <a:ext cx="5477475" cy="3291840"/>
          </a:xfrm>
        </p:spPr>
        <p:txBody>
          <a:bodyPr lIns="0" tIns="0" rIns="0" bIns="0" anchor="b">
            <a:noAutofit/>
          </a:bodyPr>
          <a:lstStyle>
            <a:lvl1pPr>
              <a:defRPr sz="600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9BFEB1E-24A8-FB7F-3784-A16B6E554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09360" y="3951844"/>
            <a:ext cx="2133596" cy="100584"/>
          </a:xfrm>
          <a:prstGeom prst="rect">
            <a:avLst/>
          </a:prstGeom>
          <a:solidFill>
            <a:srgbClr val="7CA655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4071923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7212BC-DC66-C80B-CE53-F0574BDD6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99831" y="430526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3" name="Espace réservé d’image 5">
            <a:extLst>
              <a:ext uri="{FF2B5EF4-FFF2-40B4-BE49-F238E27FC236}">
                <a16:creationId xmlns:a16="http://schemas.microsoft.com/office/drawing/2014/main" id="{8FD9D892-3C6B-2E6F-2821-24715041261D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0" y="-11109"/>
            <a:ext cx="5791196" cy="6880229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fr-FR"/>
              <a:t>Cliquez sur l’icône pour ajouter une image</a:t>
            </a:r>
          </a:p>
        </p:txBody>
      </p:sp>
      <p:sp>
        <p:nvSpPr>
          <p:cNvPr id="4" name="Espace réservé du texte 29">
            <a:extLst>
              <a:ext uri="{FF2B5EF4-FFF2-40B4-BE49-F238E27FC236}">
                <a16:creationId xmlns:a16="http://schemas.microsoft.com/office/drawing/2014/main" id="{6F9C4E01-63A5-820D-9DEE-D06478AA686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99831" y="4568598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D7D40"/>
                </a:solidFill>
              </a:defRPr>
            </a:lvl1pPr>
          </a:lstStyle>
          <a:p>
            <a:pPr lvl="0"/>
            <a:r>
              <a:rPr lang="fr-FR"/>
              <a:t>Cliquer pour ajouter du texte</a:t>
            </a:r>
          </a:p>
        </p:txBody>
      </p:sp>
      <p:cxnSp>
        <p:nvCxnSpPr>
          <p:cNvPr id="5" name="Connecteur droit 6">
            <a:extLst>
              <a:ext uri="{FF2B5EF4-FFF2-40B4-BE49-F238E27FC236}">
                <a16:creationId xmlns:a16="http://schemas.microsoft.com/office/drawing/2014/main" id="{3F1D658B-FF67-133E-0C73-492CE3BC7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09360" y="3950207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6486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ésumé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eur droit 8">
            <a:extLst>
              <a:ext uri="{FF2B5EF4-FFF2-40B4-BE49-F238E27FC236}">
                <a16:creationId xmlns:a16="http://schemas.microsoft.com/office/drawing/2014/main" id="{462B376F-0B88-543F-59BA-13C47B40CC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39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grpSp>
        <p:nvGrpSpPr>
          <p:cNvPr id="3" name="Groupe 9">
            <a:extLst>
              <a:ext uri="{FF2B5EF4-FFF2-40B4-BE49-F238E27FC236}">
                <a16:creationId xmlns:a16="http://schemas.microsoft.com/office/drawing/2014/main" id="{B0A68F15-5F93-7A0D-5F24-4FAED13E1AB0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4" name="Forme libre 19">
              <a:extLst>
                <a:ext uri="{FF2B5EF4-FFF2-40B4-BE49-F238E27FC236}">
                  <a16:creationId xmlns:a16="http://schemas.microsoft.com/office/drawing/2014/main" id="{CF2FCCB9-E316-648F-F74F-E2C0F7778EE2}"/>
                </a:ext>
              </a:extLst>
            </p:cNvPr>
            <p:cNvSpPr/>
            <p:nvPr/>
          </p:nvSpPr>
          <p:spPr>
            <a:xfrm rot="16199987" flipV="1">
              <a:off x="1219389" y="5119479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 20">
              <a:extLst>
                <a:ext uri="{FF2B5EF4-FFF2-40B4-BE49-F238E27FC236}">
                  <a16:creationId xmlns:a16="http://schemas.microsoft.com/office/drawing/2014/main" id="{9EE05BC0-44D1-DC1F-BBE8-5CD329E7DD87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 21">
              <a:extLst>
                <a:ext uri="{FF2B5EF4-FFF2-40B4-BE49-F238E27FC236}">
                  <a16:creationId xmlns:a16="http://schemas.microsoft.com/office/drawing/2014/main" id="{25998627-A51A-77C7-BE65-B2C15FD3A20F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7" name="Titre 1">
            <a:extLst>
              <a:ext uri="{FF2B5EF4-FFF2-40B4-BE49-F238E27FC236}">
                <a16:creationId xmlns:a16="http://schemas.microsoft.com/office/drawing/2014/main" id="{5F5DC638-7AD7-40B3-E110-B079E09E40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02879"/>
            <a:ext cx="10873743" cy="1680200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A2368CF1-86C4-A681-E529-729010731A7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657600" y="2282004"/>
            <a:ext cx="7810503" cy="3699324"/>
          </a:xfrm>
        </p:spPr>
        <p:txBody>
          <a:bodyPr lIns="0" tIns="228600" rIns="0" bIns="0"/>
          <a:lstStyle>
            <a:lvl1pPr marL="283464">
              <a:spcBef>
                <a:spcPts val="1800"/>
              </a:spcBef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numéro de diapositive 7">
            <a:extLst>
              <a:ext uri="{FF2B5EF4-FFF2-40B4-BE49-F238E27FC236}">
                <a16:creationId xmlns:a16="http://schemas.microsoft.com/office/drawing/2014/main" id="{471CFCE2-65A7-C6D5-6257-CE73B0EBA81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CB1226E-CEF8-455A-9E4A-B33722455982}" type="slidenum">
              <a:t>‹N°›</a:t>
            </a:fld>
            <a:endParaRPr lang="fr-FR"/>
          </a:p>
        </p:txBody>
      </p:sp>
      <p:sp>
        <p:nvSpPr>
          <p:cNvPr id="10" name="Espace réservé de la date 4">
            <a:extLst>
              <a:ext uri="{FF2B5EF4-FFF2-40B4-BE49-F238E27FC236}">
                <a16:creationId xmlns:a16="http://schemas.microsoft.com/office/drawing/2014/main" id="{95FB4619-B1AD-94FB-6DF7-0A6236286BB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75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9C81BC-7DFC-9D2F-9DB5-BB8B75D4D5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463582FF-E281-E834-F7F1-957BFD46024B}"/>
              </a:ext>
            </a:extLst>
          </p:cNvPr>
          <p:cNvGrpSpPr/>
          <p:nvPr/>
        </p:nvGrpSpPr>
        <p:grpSpPr>
          <a:xfrm>
            <a:off x="0" y="758750"/>
            <a:ext cx="6099248" cy="6099249"/>
            <a:chOff x="0" y="758750"/>
            <a:chExt cx="6099248" cy="6099249"/>
          </a:xfrm>
        </p:grpSpPr>
        <p:sp>
          <p:nvSpPr>
            <p:cNvPr id="4" name="Forme libre 9">
              <a:extLst>
                <a:ext uri="{FF2B5EF4-FFF2-40B4-BE49-F238E27FC236}">
                  <a16:creationId xmlns:a16="http://schemas.microsoft.com/office/drawing/2014/main" id="{0BA4A2C5-7548-D75C-1297-9D59F0F0B2B6}"/>
                </a:ext>
              </a:extLst>
            </p:cNvPr>
            <p:cNvSpPr/>
            <p:nvPr/>
          </p:nvSpPr>
          <p:spPr>
            <a:xfrm>
              <a:off x="0" y="758750"/>
              <a:ext cx="3073673" cy="4098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 10">
              <a:extLst>
                <a:ext uri="{FF2B5EF4-FFF2-40B4-BE49-F238E27FC236}">
                  <a16:creationId xmlns:a16="http://schemas.microsoft.com/office/drawing/2014/main" id="{B0B9D772-7D7E-9883-827C-8ECDC825320E}"/>
                </a:ext>
              </a:extLst>
            </p:cNvPr>
            <p:cNvSpPr/>
            <p:nvPr/>
          </p:nvSpPr>
          <p:spPr>
            <a:xfrm>
              <a:off x="0" y="4862129"/>
              <a:ext cx="1996427" cy="1995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 11">
              <a:extLst>
                <a:ext uri="{FF2B5EF4-FFF2-40B4-BE49-F238E27FC236}">
                  <a16:creationId xmlns:a16="http://schemas.microsoft.com/office/drawing/2014/main" id="{966B1A64-041D-F8C3-05F8-48E51A20106F}"/>
                </a:ext>
              </a:extLst>
            </p:cNvPr>
            <p:cNvSpPr/>
            <p:nvPr/>
          </p:nvSpPr>
          <p:spPr>
            <a:xfrm>
              <a:off x="2097798" y="4856981"/>
              <a:ext cx="4001450" cy="2001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cxnSp>
        <p:nvCxnSpPr>
          <p:cNvPr id="7" name="Connecteur droit 12">
            <a:extLst>
              <a:ext uri="{FF2B5EF4-FFF2-40B4-BE49-F238E27FC236}">
                <a16:creationId xmlns:a16="http://schemas.microsoft.com/office/drawing/2014/main" id="{DCEC6D12-CA76-7004-F6F7-8C014253F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09360" y="3950207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8" name="Espace réservé du texte 29">
            <a:extLst>
              <a:ext uri="{FF2B5EF4-FFF2-40B4-BE49-F238E27FC236}">
                <a16:creationId xmlns:a16="http://schemas.microsoft.com/office/drawing/2014/main" id="{A0E6FCED-F1E3-F036-A046-0BB1C78421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309908" y="4549551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D7D40"/>
                </a:solidFill>
              </a:defRPr>
            </a:lvl1pPr>
          </a:lstStyle>
          <a:p>
            <a:pPr lv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42619797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deux contenus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0">
            <a:extLst>
              <a:ext uri="{FF2B5EF4-FFF2-40B4-BE49-F238E27FC236}">
                <a16:creationId xmlns:a16="http://schemas.microsoft.com/office/drawing/2014/main" id="{B38E3DA3-A3A6-C9FA-655B-9B4226C70AAA}"/>
              </a:ext>
            </a:extLst>
          </p:cNvPr>
          <p:cNvGrpSpPr/>
          <p:nvPr/>
        </p:nvGrpSpPr>
        <p:grpSpPr>
          <a:xfrm>
            <a:off x="8870046" y="-55"/>
            <a:ext cx="3325160" cy="3325260"/>
            <a:chOff x="8870046" y="-55"/>
            <a:chExt cx="3325160" cy="3325260"/>
          </a:xfrm>
        </p:grpSpPr>
        <p:sp>
          <p:nvSpPr>
            <p:cNvPr id="3" name="Forme libre 4">
              <a:extLst>
                <a:ext uri="{FF2B5EF4-FFF2-40B4-BE49-F238E27FC236}">
                  <a16:creationId xmlns:a16="http://schemas.microsoft.com/office/drawing/2014/main" id="{C14F8A3F-BE9E-5364-4FB3-E8C6E7859FC4}"/>
                </a:ext>
              </a:extLst>
            </p:cNvPr>
            <p:cNvSpPr/>
            <p:nvPr/>
          </p:nvSpPr>
          <p:spPr>
            <a:xfrm rot="10799991">
              <a:off x="10519476" y="1090924"/>
              <a:ext cx="1675720" cy="223428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orme libre 5">
              <a:extLst>
                <a:ext uri="{FF2B5EF4-FFF2-40B4-BE49-F238E27FC236}">
                  <a16:creationId xmlns:a16="http://schemas.microsoft.com/office/drawing/2014/main" id="{C78B9201-4B46-F610-57B4-4081F35D1541}"/>
                </a:ext>
              </a:extLst>
            </p:cNvPr>
            <p:cNvSpPr/>
            <p:nvPr/>
          </p:nvSpPr>
          <p:spPr>
            <a:xfrm rot="10799991">
              <a:off x="11106787" y="-1"/>
              <a:ext cx="1088419" cy="108811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 7">
              <a:extLst>
                <a:ext uri="{FF2B5EF4-FFF2-40B4-BE49-F238E27FC236}">
                  <a16:creationId xmlns:a16="http://schemas.microsoft.com/office/drawing/2014/main" id="{38778D59-15C3-72FF-FA9C-C89C2BE7E153}"/>
                </a:ext>
              </a:extLst>
            </p:cNvPr>
            <p:cNvSpPr/>
            <p:nvPr/>
          </p:nvSpPr>
          <p:spPr>
            <a:xfrm rot="10799991">
              <a:off x="8870046" y="-55"/>
              <a:ext cx="2181520" cy="1090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6" name="Titre 1">
            <a:extLst>
              <a:ext uri="{FF2B5EF4-FFF2-40B4-BE49-F238E27FC236}">
                <a16:creationId xmlns:a16="http://schemas.microsoft.com/office/drawing/2014/main" id="{E028BFB3-CFEC-E202-0C0B-B1CA8F35DE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78133"/>
            <a:ext cx="9778365" cy="1494595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8FEC9C9B-81FC-24F2-223C-2519A15FD71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676521"/>
            <a:ext cx="4490828" cy="359746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 marL="283464">
              <a:spcBef>
                <a:spcPts val="1800"/>
              </a:spcBef>
              <a:defRPr sz="2000"/>
            </a:lvl2pPr>
            <a:lvl3pPr marL="594360">
              <a:spcBef>
                <a:spcPts val="1800"/>
              </a:spcBef>
              <a:defRPr/>
            </a:lvl3pPr>
            <a:lvl4pPr marL="822960">
              <a:spcBef>
                <a:spcPts val="1800"/>
              </a:spcBef>
              <a:defRPr sz="2000"/>
            </a:lvl4pPr>
            <a:lvl5pPr marL="1005840"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190EDD6B-0DFA-D12D-71AF-F2059F1E312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881896" y="2676521"/>
            <a:ext cx="4490828" cy="359746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 marL="283464">
              <a:spcBef>
                <a:spcPts val="1800"/>
              </a:spcBef>
              <a:defRPr sz="2000"/>
            </a:lvl2pPr>
            <a:lvl3pPr marL="548640">
              <a:spcBef>
                <a:spcPts val="1800"/>
              </a:spcBef>
              <a:defRPr/>
            </a:lvl3pPr>
            <a:lvl4pPr marL="822960">
              <a:spcBef>
                <a:spcPts val="1800"/>
              </a:spcBef>
              <a:defRPr sz="2000"/>
            </a:lvl4pPr>
            <a:lvl5pPr marL="1005840"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numéro de diapositive 9">
            <a:extLst>
              <a:ext uri="{FF2B5EF4-FFF2-40B4-BE49-F238E27FC236}">
                <a16:creationId xmlns:a16="http://schemas.microsoft.com/office/drawing/2014/main" id="{CA507CB1-4B9B-C43E-651F-36F2050C2D3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07C283-7FF4-4205-9BC2-5508592971EE}" type="slidenum">
              <a:t>‹N°›</a:t>
            </a:fld>
            <a:endParaRPr lang="fr-FR"/>
          </a:p>
        </p:txBody>
      </p:sp>
      <p:sp>
        <p:nvSpPr>
          <p:cNvPr id="10" name="Espace réservé de la date 7">
            <a:extLst>
              <a:ext uri="{FF2B5EF4-FFF2-40B4-BE49-F238E27FC236}">
                <a16:creationId xmlns:a16="http://schemas.microsoft.com/office/drawing/2014/main" id="{E56D1C74-7E7F-91B8-A3AE-5C9635487F8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cxnSp>
        <p:nvCxnSpPr>
          <p:cNvPr id="11" name="Connecteur droit 3">
            <a:extLst>
              <a:ext uri="{FF2B5EF4-FFF2-40B4-BE49-F238E27FC236}">
                <a16:creationId xmlns:a16="http://schemas.microsoft.com/office/drawing/2014/main" id="{04D19E0F-98A6-C7A1-4D6A-3741F9344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39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60413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0">
            <a:extLst>
              <a:ext uri="{FF2B5EF4-FFF2-40B4-BE49-F238E27FC236}">
                <a16:creationId xmlns:a16="http://schemas.microsoft.com/office/drawing/2014/main" id="{3599430E-08D9-1E79-9F50-6F6E15F39CAC}"/>
              </a:ext>
            </a:extLst>
          </p:cNvPr>
          <p:cNvGrpSpPr/>
          <p:nvPr/>
        </p:nvGrpSpPr>
        <p:grpSpPr>
          <a:xfrm>
            <a:off x="6362696" y="0"/>
            <a:ext cx="5829300" cy="3235604"/>
            <a:chOff x="6362696" y="0"/>
            <a:chExt cx="5829300" cy="3235604"/>
          </a:xfrm>
        </p:grpSpPr>
        <p:sp>
          <p:nvSpPr>
            <p:cNvPr id="3" name="Forme automatique 24">
              <a:extLst>
                <a:ext uri="{FF2B5EF4-FFF2-40B4-BE49-F238E27FC236}">
                  <a16:creationId xmlns:a16="http://schemas.microsoft.com/office/drawing/2014/main" id="{C1207FE5-2285-C871-B30E-07BC93B9FA4C}"/>
                </a:ext>
              </a:extLst>
            </p:cNvPr>
            <p:cNvSpPr/>
            <p:nvPr/>
          </p:nvSpPr>
          <p:spPr>
            <a:xfrm>
              <a:off x="6362696" y="0"/>
              <a:ext cx="3884755" cy="32356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78"/>
                <a:gd name="f7" fmla="val 2980"/>
                <a:gd name="f8" fmla="+- 0 8372 0"/>
                <a:gd name="f9" fmla="+- 0 7780 0"/>
                <a:gd name="f10" fmla="+- 0 6586 0"/>
                <a:gd name="f11" fmla="+- 0 7774 0"/>
                <a:gd name="f12" fmla="+- 0 10163 0"/>
                <a:gd name="f13" fmla="+- 0 9566 0"/>
                <a:gd name="f14" fmla="+- 0 8969 0"/>
                <a:gd name="f15" fmla="val 1786"/>
                <a:gd name="f16" fmla="val 591"/>
                <a:gd name="f17" fmla="val 1194"/>
                <a:gd name="f18" fmla="val 1188"/>
                <a:gd name="f19" fmla="val 3577"/>
                <a:gd name="f20" fmla="val 2383"/>
                <a:gd name="f21" fmla="+- 0 0 -90"/>
                <a:gd name="f22" fmla="*/ f3 1 3578"/>
                <a:gd name="f23" fmla="*/ f4 1 2980"/>
                <a:gd name="f24" fmla="+- f8 0 6586"/>
                <a:gd name="f25" fmla="+- f9 0 6586"/>
                <a:gd name="f26" fmla="+- f10 0 6586"/>
                <a:gd name="f27" fmla="+- f11 0 6586"/>
                <a:gd name="f28" fmla="+- f12 0 6586"/>
                <a:gd name="f29" fmla="+- f13 0 6586"/>
                <a:gd name="f30" fmla="+- f14 0 6586"/>
                <a:gd name="f31" fmla="+- f7 0 f5"/>
                <a:gd name="f32" fmla="+- f6 0 f5"/>
                <a:gd name="f33" fmla="*/ f21 f0 1"/>
                <a:gd name="f34" fmla="*/ f32 1 3578"/>
                <a:gd name="f35" fmla="*/ f31 1 2980"/>
                <a:gd name="f36" fmla="*/ f24 f32 1"/>
                <a:gd name="f37" fmla="*/ 591 f31 1"/>
                <a:gd name="f38" fmla="*/ f25 f32 1"/>
                <a:gd name="f39" fmla="*/ 0 f31 1"/>
                <a:gd name="f40" fmla="*/ f26 f32 1"/>
                <a:gd name="f41" fmla="*/ f27 f32 1"/>
                <a:gd name="f42" fmla="*/ 1188 f31 1"/>
                <a:gd name="f43" fmla="*/ f28 f32 1"/>
                <a:gd name="f44" fmla="*/ 2383 f31 1"/>
                <a:gd name="f45" fmla="*/ f29 f32 1"/>
                <a:gd name="f46" fmla="*/ 1786 f31 1"/>
                <a:gd name="f47" fmla="*/ f30 f32 1"/>
                <a:gd name="f48" fmla="*/ 2980 f31 1"/>
                <a:gd name="f49" fmla="*/ f33 1 f2"/>
                <a:gd name="f50" fmla="*/ f36 1 3578"/>
                <a:gd name="f51" fmla="*/ f37 1 2980"/>
                <a:gd name="f52" fmla="*/ f38 1 3578"/>
                <a:gd name="f53" fmla="*/ f39 1 2980"/>
                <a:gd name="f54" fmla="*/ f40 1 3578"/>
                <a:gd name="f55" fmla="*/ f41 1 3578"/>
                <a:gd name="f56" fmla="*/ f42 1 2980"/>
                <a:gd name="f57" fmla="*/ f43 1 3578"/>
                <a:gd name="f58" fmla="*/ f44 1 2980"/>
                <a:gd name="f59" fmla="*/ f45 1 3578"/>
                <a:gd name="f60" fmla="*/ f46 1 2980"/>
                <a:gd name="f61" fmla="*/ f47 1 3578"/>
                <a:gd name="f62" fmla="*/ f48 1 2980"/>
                <a:gd name="f63" fmla="*/ 0 1 f34"/>
                <a:gd name="f64" fmla="*/ f6 1 f34"/>
                <a:gd name="f65" fmla="*/ 0 1 f35"/>
                <a:gd name="f66" fmla="*/ f7 1 f35"/>
                <a:gd name="f67" fmla="+- f49 0 f1"/>
                <a:gd name="f68" fmla="*/ f50 1 f34"/>
                <a:gd name="f69" fmla="*/ f51 1 f35"/>
                <a:gd name="f70" fmla="*/ f52 1 f34"/>
                <a:gd name="f71" fmla="*/ f53 1 f35"/>
                <a:gd name="f72" fmla="*/ f54 1 f34"/>
                <a:gd name="f73" fmla="*/ f55 1 f34"/>
                <a:gd name="f74" fmla="*/ f56 1 f35"/>
                <a:gd name="f75" fmla="*/ f57 1 f34"/>
                <a:gd name="f76" fmla="*/ f58 1 f35"/>
                <a:gd name="f77" fmla="*/ f59 1 f34"/>
                <a:gd name="f78" fmla="*/ f60 1 f35"/>
                <a:gd name="f79" fmla="*/ f61 1 f34"/>
                <a:gd name="f80" fmla="*/ f62 1 f35"/>
                <a:gd name="f81" fmla="*/ f63 f22 1"/>
                <a:gd name="f82" fmla="*/ f64 f22 1"/>
                <a:gd name="f83" fmla="*/ f66 f23 1"/>
                <a:gd name="f84" fmla="*/ f65 f23 1"/>
                <a:gd name="f85" fmla="*/ f68 f22 1"/>
                <a:gd name="f86" fmla="*/ f69 f23 1"/>
                <a:gd name="f87" fmla="*/ f70 f22 1"/>
                <a:gd name="f88" fmla="*/ f71 f23 1"/>
                <a:gd name="f89" fmla="*/ f72 f22 1"/>
                <a:gd name="f90" fmla="*/ f73 f22 1"/>
                <a:gd name="f91" fmla="*/ f74 f23 1"/>
                <a:gd name="f92" fmla="*/ f75 f22 1"/>
                <a:gd name="f93" fmla="*/ f76 f23 1"/>
                <a:gd name="f94" fmla="*/ f77 f22 1"/>
                <a:gd name="f95" fmla="*/ f78 f23 1"/>
                <a:gd name="f96" fmla="*/ f79 f22 1"/>
                <a:gd name="f97" fmla="*/ f80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7">
                  <a:pos x="f85" y="f86"/>
                </a:cxn>
                <a:cxn ang="f67">
                  <a:pos x="f87" y="f88"/>
                </a:cxn>
                <a:cxn ang="f67">
                  <a:pos x="f89" y="f88"/>
                </a:cxn>
                <a:cxn ang="f67">
                  <a:pos x="f90" y="f91"/>
                </a:cxn>
                <a:cxn ang="f67">
                  <a:pos x="f85" y="f86"/>
                </a:cxn>
                <a:cxn ang="f67">
                  <a:pos x="f92" y="f93"/>
                </a:cxn>
                <a:cxn ang="f67">
                  <a:pos x="f94" y="f95"/>
                </a:cxn>
                <a:cxn ang="f67">
                  <a:pos x="f96" y="f93"/>
                </a:cxn>
                <a:cxn ang="f67">
                  <a:pos x="f94" y="f97"/>
                </a:cxn>
                <a:cxn ang="f67">
                  <a:pos x="f92" y="f93"/>
                </a:cxn>
              </a:cxnLst>
              <a:rect l="f81" t="f84" r="f82" b="f83"/>
              <a:pathLst>
                <a:path w="3578" h="2980">
                  <a:moveTo>
                    <a:pt x="f15" y="f16"/>
                  </a:moveTo>
                  <a:lnTo>
                    <a:pt x="f17" y="f5"/>
                  </a:lnTo>
                  <a:lnTo>
                    <a:pt x="f5" y="f5"/>
                  </a:lnTo>
                  <a:lnTo>
                    <a:pt x="f18" y="f18"/>
                  </a:lnTo>
                  <a:lnTo>
                    <a:pt x="f15" y="f16"/>
                  </a:lnTo>
                  <a:moveTo>
                    <a:pt x="f19" y="f20"/>
                  </a:moveTo>
                  <a:lnTo>
                    <a:pt x="f7" y="f15"/>
                  </a:lnTo>
                  <a:lnTo>
                    <a:pt x="f20" y="f20"/>
                  </a:lnTo>
                  <a:lnTo>
                    <a:pt x="f7" y="f7"/>
                  </a:lnTo>
                  <a:lnTo>
                    <a:pt x="f19" y="f2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orme libre 7">
              <a:extLst>
                <a:ext uri="{FF2B5EF4-FFF2-40B4-BE49-F238E27FC236}">
                  <a16:creationId xmlns:a16="http://schemas.microsoft.com/office/drawing/2014/main" id="{46510753-E033-74F8-F0E5-A410796511A4}"/>
                </a:ext>
              </a:extLst>
            </p:cNvPr>
            <p:cNvSpPr/>
            <p:nvPr/>
          </p:nvSpPr>
          <p:spPr>
            <a:xfrm>
              <a:off x="7004368" y="1289898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7774 0"/>
                <a:gd name="f8" fmla="+- 0 7177 0"/>
                <a:gd name="f9" fmla="+- 0 8372 0"/>
                <a:gd name="f10" fmla="+- 0 8969 0"/>
                <a:gd name="f11" fmla="val 597"/>
                <a:gd name="f12" fmla="val 598"/>
                <a:gd name="f13" fmla="val 1195"/>
                <a:gd name="f14" fmla="+- 0 0 -90"/>
                <a:gd name="f15" fmla="*/ f3 1 1792"/>
                <a:gd name="f16" fmla="*/ f4 1 1792"/>
                <a:gd name="f17" fmla="+- f7 0 7177"/>
                <a:gd name="f18" fmla="+- f8 0 7177"/>
                <a:gd name="f19" fmla="+- f9 0 7177"/>
                <a:gd name="f20" fmla="+- f10 0 7177"/>
                <a:gd name="f21" fmla="+- f6 0 f5"/>
                <a:gd name="f22" fmla="*/ f14 f0 1"/>
                <a:gd name="f23" fmla="*/ f21 1 1792"/>
                <a:gd name="f24" fmla="*/ f17 f21 1"/>
                <a:gd name="f25" fmla="*/ 1188 f21 1"/>
                <a:gd name="f26" fmla="*/ f18 f21 1"/>
                <a:gd name="f27" fmla="*/ 1786 f21 1"/>
                <a:gd name="f28" fmla="*/ f19 f21 1"/>
                <a:gd name="f29" fmla="*/ 2980 f21 1"/>
                <a:gd name="f30" fmla="*/ f20 f21 1"/>
                <a:gd name="f31" fmla="*/ 2383 f21 1"/>
                <a:gd name="f32" fmla="*/ f22 1 f2"/>
                <a:gd name="f33" fmla="*/ f24 1 1792"/>
                <a:gd name="f34" fmla="*/ f25 1 1792"/>
                <a:gd name="f35" fmla="*/ f26 1 1792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0 1 f23"/>
                <a:gd name="f42" fmla="*/ f6 1 f23"/>
                <a:gd name="f43" fmla="+- f32 0 f1"/>
                <a:gd name="f44" fmla="*/ f33 1 f23"/>
                <a:gd name="f45" fmla="*/ f34 1 f23"/>
                <a:gd name="f46" fmla="*/ f35 1 f23"/>
                <a:gd name="f47" fmla="*/ f36 1 f23"/>
                <a:gd name="f48" fmla="*/ f37 1 f23"/>
                <a:gd name="f49" fmla="*/ f38 1 f23"/>
                <a:gd name="f50" fmla="*/ f39 1 f23"/>
                <a:gd name="f51" fmla="*/ f40 1 f23"/>
                <a:gd name="f52" fmla="*/ f41 f15 1"/>
                <a:gd name="f53" fmla="*/ f42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62" y="f63"/>
                </a:cxn>
                <a:cxn ang="f43">
                  <a:pos x="f56" y="f57"/>
                </a:cxn>
              </a:cxnLst>
              <a:rect l="f52" t="f55" r="f53" b="f54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 8">
              <a:extLst>
                <a:ext uri="{FF2B5EF4-FFF2-40B4-BE49-F238E27FC236}">
                  <a16:creationId xmlns:a16="http://schemas.microsoft.com/office/drawing/2014/main" id="{B0296618-E6AB-0DFA-B07D-5A56EDAAA694}"/>
                </a:ext>
              </a:extLst>
            </p:cNvPr>
            <p:cNvSpPr/>
            <p:nvPr/>
          </p:nvSpPr>
          <p:spPr>
            <a:xfrm>
              <a:off x="8955432" y="0"/>
              <a:ext cx="1284421" cy="642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83"/>
                <a:gd name="f7" fmla="val 592"/>
                <a:gd name="f8" fmla="+- 0 10158 0"/>
                <a:gd name="f9" fmla="+- 0 8975 0"/>
                <a:gd name="f10" fmla="+- 0 9566 0"/>
                <a:gd name="f11" fmla="val 591"/>
                <a:gd name="f12" fmla="+- 0 0 -90"/>
                <a:gd name="f13" fmla="*/ f3 1 1183"/>
                <a:gd name="f14" fmla="*/ f4 1 592"/>
                <a:gd name="f15" fmla="+- f8 0 8975"/>
                <a:gd name="f16" fmla="+- f9 0 8975"/>
                <a:gd name="f17" fmla="+- f10 0 8975"/>
                <a:gd name="f18" fmla="+- f7 0 f5"/>
                <a:gd name="f19" fmla="+- f6 0 f5"/>
                <a:gd name="f20" fmla="*/ f12 f0 1"/>
                <a:gd name="f21" fmla="*/ f19 1 1183"/>
                <a:gd name="f22" fmla="*/ f18 1 592"/>
                <a:gd name="f23" fmla="*/ f15 f19 1"/>
                <a:gd name="f24" fmla="*/ 0 f18 1"/>
                <a:gd name="f25" fmla="*/ f16 f19 1"/>
                <a:gd name="f26" fmla="*/ f17 f19 1"/>
                <a:gd name="f27" fmla="*/ 591 f18 1"/>
                <a:gd name="f28" fmla="*/ f20 1 f2"/>
                <a:gd name="f29" fmla="*/ f23 1 1183"/>
                <a:gd name="f30" fmla="*/ f24 1 592"/>
                <a:gd name="f31" fmla="*/ f25 1 1183"/>
                <a:gd name="f32" fmla="*/ f26 1 1183"/>
                <a:gd name="f33" fmla="*/ f27 1 592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1"/>
                <a:gd name="f43" fmla="*/ f33 1 f22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3 1"/>
                <a:gd name="f52" fmla="*/ f43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49"/>
                </a:cxn>
                <a:cxn ang="f38">
                  <a:pos x="f51" y="f52"/>
                </a:cxn>
                <a:cxn ang="f38">
                  <a:pos x="f48" y="f49"/>
                </a:cxn>
              </a:cxnLst>
              <a:rect l="f44" t="f47" r="f45" b="f46"/>
              <a:pathLst>
                <a:path w="1183" h="592">
                  <a:moveTo>
                    <a:pt x="f6" y="f5"/>
                  </a:moveTo>
                  <a:lnTo>
                    <a:pt x="f5" y="f5"/>
                  </a:lnTo>
                  <a:lnTo>
                    <a:pt x="f11" y="f11"/>
                  </a:lnTo>
                  <a:lnTo>
                    <a:pt x="f6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 9">
              <a:extLst>
                <a:ext uri="{FF2B5EF4-FFF2-40B4-BE49-F238E27FC236}">
                  <a16:creationId xmlns:a16="http://schemas.microsoft.com/office/drawing/2014/main" id="{4480C0E7-E4E8-B093-EB8E-D6589C366552}"/>
                </a:ext>
              </a:extLst>
            </p:cNvPr>
            <p:cNvSpPr/>
            <p:nvPr/>
          </p:nvSpPr>
          <p:spPr>
            <a:xfrm>
              <a:off x="7652549" y="641689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8372 0"/>
                <a:gd name="f8" fmla="+- 0 7774 0"/>
                <a:gd name="f9" fmla="+- 0 8969 0"/>
                <a:gd name="f10" fmla="+- 0 9566 0"/>
                <a:gd name="f11" fmla="val 598"/>
                <a:gd name="f12" fmla="val 597"/>
                <a:gd name="f13" fmla="val 1195"/>
                <a:gd name="f14" fmla="+- 0 0 -90"/>
                <a:gd name="f15" fmla="*/ f3 1 1792"/>
                <a:gd name="f16" fmla="*/ f4 1 1792"/>
                <a:gd name="f17" fmla="+- f7 0 7774"/>
                <a:gd name="f18" fmla="+- f8 0 7774"/>
                <a:gd name="f19" fmla="+- f9 0 7774"/>
                <a:gd name="f20" fmla="+- f10 0 7774"/>
                <a:gd name="f21" fmla="+- f6 0 f5"/>
                <a:gd name="f22" fmla="*/ f14 f0 1"/>
                <a:gd name="f23" fmla="*/ f21 1 1792"/>
                <a:gd name="f24" fmla="*/ f17 f21 1"/>
                <a:gd name="f25" fmla="*/ 591 f21 1"/>
                <a:gd name="f26" fmla="*/ f18 f21 1"/>
                <a:gd name="f27" fmla="*/ 1188 f21 1"/>
                <a:gd name="f28" fmla="*/ f19 f21 1"/>
                <a:gd name="f29" fmla="*/ 2383 f21 1"/>
                <a:gd name="f30" fmla="*/ f20 f21 1"/>
                <a:gd name="f31" fmla="*/ 1786 f21 1"/>
                <a:gd name="f32" fmla="*/ f22 1 f2"/>
                <a:gd name="f33" fmla="*/ f24 1 1792"/>
                <a:gd name="f34" fmla="*/ f25 1 1792"/>
                <a:gd name="f35" fmla="*/ f26 1 1792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0 1 f23"/>
                <a:gd name="f42" fmla="*/ f6 1 f23"/>
                <a:gd name="f43" fmla="+- f32 0 f1"/>
                <a:gd name="f44" fmla="*/ f33 1 f23"/>
                <a:gd name="f45" fmla="*/ f34 1 f23"/>
                <a:gd name="f46" fmla="*/ f35 1 f23"/>
                <a:gd name="f47" fmla="*/ f36 1 f23"/>
                <a:gd name="f48" fmla="*/ f37 1 f23"/>
                <a:gd name="f49" fmla="*/ f38 1 f23"/>
                <a:gd name="f50" fmla="*/ f39 1 f23"/>
                <a:gd name="f51" fmla="*/ f40 1 f23"/>
                <a:gd name="f52" fmla="*/ f41 f15 1"/>
                <a:gd name="f53" fmla="*/ f42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62" y="f63"/>
                </a:cxn>
                <a:cxn ang="f43">
                  <a:pos x="f56" y="f57"/>
                </a:cxn>
              </a:cxnLst>
              <a:rect l="f52" t="f55" r="f53" b="f54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orme libre 10">
              <a:extLst>
                <a:ext uri="{FF2B5EF4-FFF2-40B4-BE49-F238E27FC236}">
                  <a16:creationId xmlns:a16="http://schemas.microsoft.com/office/drawing/2014/main" id="{3CFFC5F7-27D7-C979-06A4-EAB6D59DCE46}"/>
                </a:ext>
              </a:extLst>
            </p:cNvPr>
            <p:cNvSpPr/>
            <p:nvPr/>
          </p:nvSpPr>
          <p:spPr>
            <a:xfrm>
              <a:off x="9598182" y="641689"/>
              <a:ext cx="2593814" cy="25939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89"/>
                <a:gd name="f7" fmla="+- 0 11955 0"/>
                <a:gd name="f8" fmla="+- 0 10760 0"/>
                <a:gd name="f9" fmla="+- 0 9566 0"/>
                <a:gd name="f10" fmla="val 1195"/>
                <a:gd name="f11" fmla="val 1194"/>
                <a:gd name="f12" fmla="+- 0 0 -90"/>
                <a:gd name="f13" fmla="*/ f3 1 2389"/>
                <a:gd name="f14" fmla="*/ f4 1 2389"/>
                <a:gd name="f15" fmla="+- f7 0 9566"/>
                <a:gd name="f16" fmla="+- f8 0 9566"/>
                <a:gd name="f17" fmla="+- f9 0 9566"/>
                <a:gd name="f18" fmla="+- f6 0 f5"/>
                <a:gd name="f19" fmla="*/ f12 f0 1"/>
                <a:gd name="f20" fmla="*/ f18 1 2389"/>
                <a:gd name="f21" fmla="*/ f15 f18 1"/>
                <a:gd name="f22" fmla="*/ 1786 f18 1"/>
                <a:gd name="f23" fmla="*/ f16 f18 1"/>
                <a:gd name="f24" fmla="*/ 591 f18 1"/>
                <a:gd name="f25" fmla="*/ f17 f18 1"/>
                <a:gd name="f26" fmla="*/ 2980 f18 1"/>
                <a:gd name="f27" fmla="*/ f19 1 f2"/>
                <a:gd name="f28" fmla="*/ f21 1 2389"/>
                <a:gd name="f29" fmla="*/ f22 1 2389"/>
                <a:gd name="f30" fmla="*/ f23 1 2389"/>
                <a:gd name="f31" fmla="*/ f24 1 2389"/>
                <a:gd name="f32" fmla="*/ f25 1 2389"/>
                <a:gd name="f33" fmla="*/ f26 1 2389"/>
                <a:gd name="f34" fmla="*/ 0 1 f20"/>
                <a:gd name="f35" fmla="*/ f6 1 f20"/>
                <a:gd name="f36" fmla="+- f27 0 f1"/>
                <a:gd name="f37" fmla="*/ f28 1 f20"/>
                <a:gd name="f38" fmla="*/ f29 1 f20"/>
                <a:gd name="f39" fmla="*/ f30 1 f20"/>
                <a:gd name="f40" fmla="*/ f31 1 f20"/>
                <a:gd name="f41" fmla="*/ f32 1 f20"/>
                <a:gd name="f42" fmla="*/ f33 1 f20"/>
                <a:gd name="f43" fmla="*/ f34 f13 1"/>
                <a:gd name="f44" fmla="*/ f35 f13 1"/>
                <a:gd name="f45" fmla="*/ f35 f14 1"/>
                <a:gd name="f46" fmla="*/ f34 f14 1"/>
                <a:gd name="f47" fmla="*/ f37 f13 1"/>
                <a:gd name="f48" fmla="*/ f38 f14 1"/>
                <a:gd name="f49" fmla="*/ f39 f13 1"/>
                <a:gd name="f50" fmla="*/ f40 f14 1"/>
                <a:gd name="f51" fmla="*/ f41 f13 1"/>
                <a:gd name="f52" fmla="*/ f4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47" y="f48"/>
                </a:cxn>
                <a:cxn ang="f36">
                  <a:pos x="f49" y="f50"/>
                </a:cxn>
                <a:cxn ang="f36">
                  <a:pos x="f51" y="f48"/>
                </a:cxn>
                <a:cxn ang="f36">
                  <a:pos x="f49" y="f52"/>
                </a:cxn>
                <a:cxn ang="f36">
                  <a:pos x="f47" y="f48"/>
                </a:cxn>
              </a:cxnLst>
              <a:rect l="f43" t="f46" r="f44" b="f45"/>
              <a:pathLst>
                <a:path w="2389" h="2389">
                  <a:moveTo>
                    <a:pt x="f6" y="f10"/>
                  </a:moveTo>
                  <a:lnTo>
                    <a:pt x="f11" y="f5"/>
                  </a:lnTo>
                  <a:lnTo>
                    <a:pt x="f5" y="f10"/>
                  </a:lnTo>
                  <a:lnTo>
                    <a:pt x="f11" y="f6"/>
                  </a:lnTo>
                  <a:lnTo>
                    <a:pt x="f6" y="f1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E0E1B9D7-0F8D-C6C1-1F7A-78EB74D503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8888" y="3499664"/>
            <a:ext cx="4939661" cy="2542809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cxnSp>
        <p:nvCxnSpPr>
          <p:cNvPr id="9" name="Connecteur droit 3">
            <a:extLst>
              <a:ext uri="{FF2B5EF4-FFF2-40B4-BE49-F238E27FC236}">
                <a16:creationId xmlns:a16="http://schemas.microsoft.com/office/drawing/2014/main" id="{4CD7D33C-C354-8069-AFFC-F249B69A6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47463" y="6313173"/>
            <a:ext cx="2133597" cy="398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9F63329B-2D98-8AB8-255B-CE147C27936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3888" y="457200"/>
            <a:ext cx="5198272" cy="2305046"/>
          </a:xfrm>
        </p:spPr>
        <p:txBody>
          <a:bodyPr lIns="0" tIns="274320"/>
          <a:lstStyle>
            <a:lvl1pPr marL="457200" indent="-457200">
              <a:spcBef>
                <a:spcPts val="1800"/>
              </a:spcBef>
              <a:buFont typeface="Franklin Gothic Demi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Franklin Gothic Demi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Franklin Gothic Demi"/>
              <a:buAutoNum type="arabicParenR"/>
              <a:defRPr/>
            </a:lvl3pPr>
            <a:lvl4pPr marL="1371600" indent="0">
              <a:spcBef>
                <a:spcPts val="1800"/>
              </a:spcBef>
              <a:buNone/>
              <a:defRPr sz="2000"/>
            </a:lvl4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endParaRPr lang="fr-FR"/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B1363A72-A719-21D5-D9B2-1B56C692811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810591"/>
            <a:ext cx="5198272" cy="331950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 marL="283464">
              <a:spcBef>
                <a:spcPts val="1800"/>
              </a:spcBef>
              <a:defRPr sz="2000"/>
            </a:lvl2pPr>
            <a:lvl3pPr marL="548640">
              <a:spcBef>
                <a:spcPts val="1800"/>
              </a:spcBef>
              <a:defRPr/>
            </a:lvl3pPr>
            <a:lvl4pPr marL="822960">
              <a:spcBef>
                <a:spcPts val="1800"/>
              </a:spcBef>
              <a:defRPr sz="2000"/>
            </a:lvl4pPr>
            <a:lvl5pPr marL="1005840"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numéro de diapositive 9">
            <a:extLst>
              <a:ext uri="{FF2B5EF4-FFF2-40B4-BE49-F238E27FC236}">
                <a16:creationId xmlns:a16="http://schemas.microsoft.com/office/drawing/2014/main" id="{7879D8D6-325B-34F4-B41C-DDA8A5ACBC0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E5D07D-2930-4DA8-AC11-1BC0A0A44EC1}" type="slidenum">
              <a:t>‹N°›</a:t>
            </a:fld>
            <a:endParaRPr lang="fr-FR"/>
          </a:p>
        </p:txBody>
      </p:sp>
      <p:sp>
        <p:nvSpPr>
          <p:cNvPr id="13" name="Espace réservé de la date 7">
            <a:extLst>
              <a:ext uri="{FF2B5EF4-FFF2-40B4-BE49-F238E27FC236}">
                <a16:creationId xmlns:a16="http://schemas.microsoft.com/office/drawing/2014/main" id="{6FB3F2BF-B97E-CC45-9B0B-D6159318AC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6951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, contenu et 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7765CF-F923-5BF2-2E85-B428DADB9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5313" y="278133"/>
            <a:ext cx="5063490" cy="2354022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655EBA03-867F-4E84-C490-09528B7988B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3279577"/>
            <a:ext cx="5044443" cy="2994413"/>
          </a:xfrm>
        </p:spPr>
        <p:txBody>
          <a:bodyPr lIns="0" tIns="228600" rIns="0" bIns="0"/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2E1B620-1316-D3D2-9A60-93A19E797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997458"/>
            <a:ext cx="2133596" cy="3995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5" name="Espace réservé d’image 11">
            <a:extLst>
              <a:ext uri="{FF2B5EF4-FFF2-40B4-BE49-F238E27FC236}">
                <a16:creationId xmlns:a16="http://schemas.microsoft.com/office/drawing/2014/main" id="{6A54FCF0-52D4-7CEA-9378-06A90DB6C937}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6096003" y="0"/>
            <a:ext cx="6118222" cy="6858000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fr-FR"/>
              <a:t>Cliquez sur l'icône pour ajouter une image</a:t>
            </a:r>
          </a:p>
        </p:txBody>
      </p:sp>
      <p:sp>
        <p:nvSpPr>
          <p:cNvPr id="6" name="Espace réservé du numéro de diapositive 9">
            <a:extLst>
              <a:ext uri="{FF2B5EF4-FFF2-40B4-BE49-F238E27FC236}">
                <a16:creationId xmlns:a16="http://schemas.microsoft.com/office/drawing/2014/main" id="{86892A2A-F2BF-A05A-D366-062B382942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244061-35A9-49A8-958B-DA9175C5DA40}" type="slidenum">
              <a:t>‹N°›</a:t>
            </a:fld>
            <a:endParaRPr lang="fr-FR"/>
          </a:p>
        </p:txBody>
      </p:sp>
      <p:sp>
        <p:nvSpPr>
          <p:cNvPr id="7" name="Espace réservé de la date 7">
            <a:extLst>
              <a:ext uri="{FF2B5EF4-FFF2-40B4-BE49-F238E27FC236}">
                <a16:creationId xmlns:a16="http://schemas.microsoft.com/office/drawing/2014/main" id="{8BF55DEC-7F99-A11F-8BAD-49EEE4631BF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12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, contenu et tableau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4">
            <a:extLst>
              <a:ext uri="{FF2B5EF4-FFF2-40B4-BE49-F238E27FC236}">
                <a16:creationId xmlns:a16="http://schemas.microsoft.com/office/drawing/2014/main" id="{BB278AC7-8991-E1FC-6AC9-614AE9AED7D3}"/>
              </a:ext>
            </a:extLst>
          </p:cNvPr>
          <p:cNvGrpSpPr/>
          <p:nvPr/>
        </p:nvGrpSpPr>
        <p:grpSpPr>
          <a:xfrm>
            <a:off x="0" y="3900135"/>
            <a:ext cx="2959217" cy="2959217"/>
            <a:chOff x="0" y="3900135"/>
            <a:chExt cx="2959217" cy="2959217"/>
          </a:xfrm>
        </p:grpSpPr>
        <p:sp>
          <p:nvSpPr>
            <p:cNvPr id="3" name="Forme libre 13">
              <a:extLst>
                <a:ext uri="{FF2B5EF4-FFF2-40B4-BE49-F238E27FC236}">
                  <a16:creationId xmlns:a16="http://schemas.microsoft.com/office/drawing/2014/main" id="{CB7FE79B-82F4-DF0F-895B-9EC544849CF8}"/>
                </a:ext>
              </a:extLst>
            </p:cNvPr>
            <p:cNvSpPr/>
            <p:nvPr/>
          </p:nvSpPr>
          <p:spPr>
            <a:xfrm rot="16199987" flipV="1">
              <a:off x="1219389" y="5119479"/>
              <a:ext cx="1491285" cy="198837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orme libre 14">
              <a:extLst>
                <a:ext uri="{FF2B5EF4-FFF2-40B4-BE49-F238E27FC236}">
                  <a16:creationId xmlns:a16="http://schemas.microsoft.com/office/drawing/2014/main" id="{51373E9F-E02C-411B-624E-4B5DAA94283B}"/>
                </a:ext>
              </a:extLst>
            </p:cNvPr>
            <p:cNvSpPr/>
            <p:nvPr/>
          </p:nvSpPr>
          <p:spPr>
            <a:xfrm rot="16199987" flipV="1">
              <a:off x="-137" y="5890866"/>
              <a:ext cx="968623" cy="96834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 15">
              <a:extLst>
                <a:ext uri="{FF2B5EF4-FFF2-40B4-BE49-F238E27FC236}">
                  <a16:creationId xmlns:a16="http://schemas.microsoft.com/office/drawing/2014/main" id="{A71A6F11-949D-85C4-A2FF-E7811C325FAD}"/>
                </a:ext>
              </a:extLst>
            </p:cNvPr>
            <p:cNvSpPr/>
            <p:nvPr/>
          </p:nvSpPr>
          <p:spPr>
            <a:xfrm rot="16199987" flipV="1">
              <a:off x="-485281" y="4385416"/>
              <a:ext cx="1941417" cy="97085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6" name="Titre 1">
            <a:extLst>
              <a:ext uri="{FF2B5EF4-FFF2-40B4-BE49-F238E27FC236}">
                <a16:creationId xmlns:a16="http://schemas.microsoft.com/office/drawing/2014/main" id="{FF780766-E4CA-BDC6-C46E-712AB2D49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61413" y="4661720"/>
            <a:ext cx="7936233" cy="1380762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cxnSp>
        <p:nvCxnSpPr>
          <p:cNvPr id="7" name="Connecteur droit 3">
            <a:extLst>
              <a:ext uri="{FF2B5EF4-FFF2-40B4-BE49-F238E27FC236}">
                <a16:creationId xmlns:a16="http://schemas.microsoft.com/office/drawing/2014/main" id="{1E70AA73-ED0C-13C3-E3F5-A4226F912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3670931" y="6313173"/>
            <a:ext cx="2133607" cy="398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71D349BC-23F7-055A-7306-58645BA17A4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3888" y="584008"/>
            <a:ext cx="2825111" cy="3999064"/>
          </a:xfrm>
        </p:spPr>
        <p:txBody>
          <a:bodyPr lIns="0" tIns="274320"/>
          <a:lstStyle>
            <a:lvl1pPr marL="0" indent="0">
              <a:spcBef>
                <a:spcPts val="1800"/>
              </a:spcBef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CE3518BA-98FD-46B6-974C-3BE24EDD67D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670931" y="584008"/>
            <a:ext cx="7926704" cy="3999064"/>
          </a:xfrm>
        </p:spPr>
        <p:txBody>
          <a:bodyPr lIns="0"/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D48C3F4B-DF25-0DEF-BDD8-8E0993A4B1C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E91EF8-F75D-4939-99F7-AC2A0D4EB44E}" type="slidenum">
              <a:t>‹N°›</a:t>
            </a:fld>
            <a:endParaRPr lang="fr-FR"/>
          </a:p>
        </p:txBody>
      </p:sp>
      <p:sp>
        <p:nvSpPr>
          <p:cNvPr id="11" name="Espace réservé de la date 7">
            <a:extLst>
              <a:ext uri="{FF2B5EF4-FFF2-40B4-BE49-F238E27FC236}">
                <a16:creationId xmlns:a16="http://schemas.microsoft.com/office/drawing/2014/main" id="{5D6D519F-7E8B-80D7-9786-67DD73F260B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5772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deux contenu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0">
            <a:extLst>
              <a:ext uri="{FF2B5EF4-FFF2-40B4-BE49-F238E27FC236}">
                <a16:creationId xmlns:a16="http://schemas.microsoft.com/office/drawing/2014/main" id="{00218F02-F951-6427-EEDB-506BE7C38DFC}"/>
              </a:ext>
            </a:extLst>
          </p:cNvPr>
          <p:cNvGrpSpPr/>
          <p:nvPr/>
        </p:nvGrpSpPr>
        <p:grpSpPr>
          <a:xfrm>
            <a:off x="8870046" y="-55"/>
            <a:ext cx="3325160" cy="3325260"/>
            <a:chOff x="8870046" y="-55"/>
            <a:chExt cx="3325160" cy="3325260"/>
          </a:xfrm>
        </p:grpSpPr>
        <p:sp>
          <p:nvSpPr>
            <p:cNvPr id="3" name="Forme libre 4">
              <a:extLst>
                <a:ext uri="{FF2B5EF4-FFF2-40B4-BE49-F238E27FC236}">
                  <a16:creationId xmlns:a16="http://schemas.microsoft.com/office/drawing/2014/main" id="{B3266257-FACF-6DE0-1332-11A818A93155}"/>
                </a:ext>
              </a:extLst>
            </p:cNvPr>
            <p:cNvSpPr/>
            <p:nvPr/>
          </p:nvSpPr>
          <p:spPr>
            <a:xfrm rot="10799991">
              <a:off x="10519476" y="1090924"/>
              <a:ext cx="1675720" cy="223428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orme libre 5">
              <a:extLst>
                <a:ext uri="{FF2B5EF4-FFF2-40B4-BE49-F238E27FC236}">
                  <a16:creationId xmlns:a16="http://schemas.microsoft.com/office/drawing/2014/main" id="{C48FEF64-9F82-ECB6-1F47-45AF6AB06C4A}"/>
                </a:ext>
              </a:extLst>
            </p:cNvPr>
            <p:cNvSpPr/>
            <p:nvPr/>
          </p:nvSpPr>
          <p:spPr>
            <a:xfrm rot="10799991">
              <a:off x="11106787" y="-1"/>
              <a:ext cx="1088419" cy="108811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 7">
              <a:extLst>
                <a:ext uri="{FF2B5EF4-FFF2-40B4-BE49-F238E27FC236}">
                  <a16:creationId xmlns:a16="http://schemas.microsoft.com/office/drawing/2014/main" id="{5957D102-7198-0829-2491-C65A213F6825}"/>
                </a:ext>
              </a:extLst>
            </p:cNvPr>
            <p:cNvSpPr/>
            <p:nvPr/>
          </p:nvSpPr>
          <p:spPr>
            <a:xfrm rot="10799991">
              <a:off x="8870046" y="-55"/>
              <a:ext cx="2181520" cy="10909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6" name="Titre 1">
            <a:extLst>
              <a:ext uri="{FF2B5EF4-FFF2-40B4-BE49-F238E27FC236}">
                <a16:creationId xmlns:a16="http://schemas.microsoft.com/office/drawing/2014/main" id="{44DAF31F-3E0C-E022-10BA-3CAC8A4DD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198406"/>
            <a:ext cx="10972800" cy="1574313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cxnSp>
        <p:nvCxnSpPr>
          <p:cNvPr id="7" name="Connecteur droit 3">
            <a:extLst>
              <a:ext uri="{FF2B5EF4-FFF2-40B4-BE49-F238E27FC236}">
                <a16:creationId xmlns:a16="http://schemas.microsoft.com/office/drawing/2014/main" id="{99651201-A738-81BB-03C6-A519AD24F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39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8" name="Espace réservé du contenu 5">
            <a:extLst>
              <a:ext uri="{FF2B5EF4-FFF2-40B4-BE49-F238E27FC236}">
                <a16:creationId xmlns:a16="http://schemas.microsoft.com/office/drawing/2014/main" id="{97B685CB-B991-7D94-09B8-248B7AE2301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5521" y="2676521"/>
            <a:ext cx="5746747" cy="3597469"/>
          </a:xfrm>
        </p:spPr>
        <p:txBody>
          <a:bodyPr lIns="0"/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Espace réservé du contenu 5">
            <a:extLst>
              <a:ext uri="{FF2B5EF4-FFF2-40B4-BE49-F238E27FC236}">
                <a16:creationId xmlns:a16="http://schemas.microsoft.com/office/drawing/2014/main" id="{FC90EC86-5E43-E9EF-DBBE-0B7F17092FD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7619996" y="2676521"/>
            <a:ext cx="3947163" cy="3597469"/>
          </a:xfrm>
        </p:spPr>
        <p:txBody>
          <a:bodyPr lIns="0"/>
          <a:lstStyle>
            <a:lvl1pPr marL="342900" indent="-342900">
              <a:spcBef>
                <a:spcPts val="1800"/>
              </a:spcBef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e la date 7">
            <a:extLst>
              <a:ext uri="{FF2B5EF4-FFF2-40B4-BE49-F238E27FC236}">
                <a16:creationId xmlns:a16="http://schemas.microsoft.com/office/drawing/2014/main" id="{116EB4E2-0E03-547B-A5C9-28FD0C9129B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11" name="Espace réservé du numéro de diapositive 9">
            <a:extLst>
              <a:ext uri="{FF2B5EF4-FFF2-40B4-BE49-F238E27FC236}">
                <a16:creationId xmlns:a16="http://schemas.microsoft.com/office/drawing/2014/main" id="{763454CD-5A7C-E163-7292-957FFA616A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98827F-A0E2-4ADC-898D-9F20746D7854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2453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au 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7D77C4-6420-C765-2E81-659F3D2049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02402"/>
            <a:ext cx="10972800" cy="1570326"/>
          </a:xfrm>
        </p:spPr>
        <p:txBody>
          <a:bodyPr lIns="0" tIns="0" rIns="0" bIns="0" anchor="b"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sp>
        <p:nvSpPr>
          <p:cNvPr id="3" name="Espace réservé du tableau 2">
            <a:extLst>
              <a:ext uri="{FF2B5EF4-FFF2-40B4-BE49-F238E27FC236}">
                <a16:creationId xmlns:a16="http://schemas.microsoft.com/office/drawing/2014/main" id="{694EE030-780F-DE0D-74AE-8CEAF4D7BF7C}"/>
              </a:ext>
            </a:extLst>
          </p:cNvPr>
          <p:cNvSpPr txBox="1">
            <a:spLocks noGrp="1"/>
          </p:cNvSpPr>
          <p:nvPr>
            <p:ph type="tbl" idx="4294967295"/>
          </p:nvPr>
        </p:nvSpPr>
        <p:spPr>
          <a:xfrm>
            <a:off x="594360" y="2628625"/>
            <a:ext cx="10972800" cy="363674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fr-FR"/>
              <a:t>Cliquez sur l'icône pour ajouter un tableau</a:t>
            </a:r>
          </a:p>
        </p:txBody>
      </p:sp>
      <p:sp>
        <p:nvSpPr>
          <p:cNvPr id="4" name="Espace réservé du numéro de diapositive 9">
            <a:extLst>
              <a:ext uri="{FF2B5EF4-FFF2-40B4-BE49-F238E27FC236}">
                <a16:creationId xmlns:a16="http://schemas.microsoft.com/office/drawing/2014/main" id="{88B27CD8-6CD8-EB1B-F1DE-99D56172974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CDFB7E-25F1-4798-8A0B-265EE9C6892B}" type="slidenum">
              <a:t>‹N°›</a:t>
            </a:fld>
            <a:endParaRPr lang="fr-FR"/>
          </a:p>
        </p:txBody>
      </p:sp>
      <p:sp>
        <p:nvSpPr>
          <p:cNvPr id="5" name="Espace réservé de la date 7">
            <a:extLst>
              <a:ext uri="{FF2B5EF4-FFF2-40B4-BE49-F238E27FC236}">
                <a16:creationId xmlns:a16="http://schemas.microsoft.com/office/drawing/2014/main" id="{FD1D2B30-6326-D0D4-750D-105339BACF2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cxnSp>
        <p:nvCxnSpPr>
          <p:cNvPr id="6" name="Connecteur droit 3">
            <a:extLst>
              <a:ext uri="{FF2B5EF4-FFF2-40B4-BE49-F238E27FC236}">
                <a16:creationId xmlns:a16="http://schemas.microsoft.com/office/drawing/2014/main" id="{94FCDEE9-FCF7-025A-412C-59A32A23B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2148839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1823481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1E8753-95AC-D00D-39F6-981FC641F6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411480"/>
            <a:ext cx="5486400" cy="329184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3907510F-3805-0E6B-1AB3-F67F8C4083AA}"/>
              </a:ext>
            </a:extLst>
          </p:cNvPr>
          <p:cNvGrpSpPr/>
          <p:nvPr/>
        </p:nvGrpSpPr>
        <p:grpSpPr>
          <a:xfrm>
            <a:off x="6092747" y="0"/>
            <a:ext cx="6099249" cy="6099249"/>
            <a:chOff x="6092747" y="0"/>
            <a:chExt cx="6099249" cy="6099249"/>
          </a:xfrm>
        </p:grpSpPr>
        <p:sp>
          <p:nvSpPr>
            <p:cNvPr id="4" name="Forme libre 9">
              <a:extLst>
                <a:ext uri="{FF2B5EF4-FFF2-40B4-BE49-F238E27FC236}">
                  <a16:creationId xmlns:a16="http://schemas.microsoft.com/office/drawing/2014/main" id="{BBDC23D8-CC55-B30C-B634-748F50E868EE}"/>
                </a:ext>
              </a:extLst>
            </p:cNvPr>
            <p:cNvSpPr/>
            <p:nvPr/>
          </p:nvSpPr>
          <p:spPr>
            <a:xfrm flipH="1" flipV="1">
              <a:off x="9118323" y="2001018"/>
              <a:ext cx="3073673" cy="409823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89"/>
                <a:gd name="f7" fmla="val 2386"/>
                <a:gd name="f8" fmla="val 1194"/>
                <a:gd name="f9" fmla="val 1192"/>
                <a:gd name="f10" fmla="+- 0 0 -90"/>
                <a:gd name="f11" fmla="*/ f3 1 1789"/>
                <a:gd name="f12" fmla="*/ f4 1 2386"/>
                <a:gd name="f13" fmla="+- f7 0 f5"/>
                <a:gd name="f14" fmla="+- f6 0 f5"/>
                <a:gd name="f15" fmla="*/ f10 f0 1"/>
                <a:gd name="f16" fmla="*/ f14 1 1789"/>
                <a:gd name="f17" fmla="*/ f13 1 2386"/>
                <a:gd name="f18" fmla="*/ 0 f14 1"/>
                <a:gd name="f19" fmla="*/ 12290 f13 1"/>
                <a:gd name="f20" fmla="*/ 13484 f13 1"/>
                <a:gd name="f21" fmla="*/ 1192 f14 1"/>
                <a:gd name="f22" fmla="*/ 14676 f13 1"/>
                <a:gd name="f23" fmla="*/ 1789 f14 1"/>
                <a:gd name="f24" fmla="*/ 14079 f13 1"/>
                <a:gd name="f25" fmla="*/ f15 1 f2"/>
                <a:gd name="f26" fmla="*/ f18 1 1789"/>
                <a:gd name="f27" fmla="*/ f19 1 2386"/>
                <a:gd name="f28" fmla="*/ f20 1 2386"/>
                <a:gd name="f29" fmla="*/ f21 1 1789"/>
                <a:gd name="f30" fmla="*/ f22 1 2386"/>
                <a:gd name="f31" fmla="*/ f23 1 1789"/>
                <a:gd name="f32" fmla="*/ f24 1 2386"/>
                <a:gd name="f33" fmla="*/ 0 1 f16"/>
                <a:gd name="f34" fmla="*/ f6 1 f16"/>
                <a:gd name="f35" fmla="*/ 0 1 f17"/>
                <a:gd name="f36" fmla="*/ f7 1 f17"/>
                <a:gd name="f37" fmla="+- f25 0 f1"/>
                <a:gd name="f38" fmla="*/ f26 1 f16"/>
                <a:gd name="f39" fmla="*/ f27 1 f17"/>
                <a:gd name="f40" fmla="*/ f28 1 f17"/>
                <a:gd name="f41" fmla="*/ f29 1 f16"/>
                <a:gd name="f42" fmla="*/ f30 1 f17"/>
                <a:gd name="f43" fmla="*/ f31 1 f16"/>
                <a:gd name="f44" fmla="*/ f32 1 f17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2 1"/>
                <a:gd name="f52" fmla="*/ f41 f11 1"/>
                <a:gd name="f53" fmla="*/ f42 f12 1"/>
                <a:gd name="f54" fmla="*/ f43 f11 1"/>
                <a:gd name="f55" fmla="*/ f44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49" y="f51"/>
                </a:cxn>
                <a:cxn ang="f37">
                  <a:pos x="f52" y="f53"/>
                </a:cxn>
                <a:cxn ang="f37">
                  <a:pos x="f54" y="f55"/>
                </a:cxn>
                <a:cxn ang="f37">
                  <a:pos x="f49" y="f50"/>
                </a:cxn>
              </a:cxnLst>
              <a:rect l="f45" t="f48" r="f46" b="f47"/>
              <a:pathLst>
                <a:path w="1789" h="2386">
                  <a:moveTo>
                    <a:pt x="f5" y="f5"/>
                  </a:moveTo>
                  <a:lnTo>
                    <a:pt x="f5" y="f8"/>
                  </a:lnTo>
                  <a:lnTo>
                    <a:pt x="f9" y="f7"/>
                  </a:lnTo>
                  <a:lnTo>
                    <a:pt x="f6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 10">
              <a:extLst>
                <a:ext uri="{FF2B5EF4-FFF2-40B4-BE49-F238E27FC236}">
                  <a16:creationId xmlns:a16="http://schemas.microsoft.com/office/drawing/2014/main" id="{491A635C-45E3-97AC-CF8C-1A828061A467}"/>
                </a:ext>
              </a:extLst>
            </p:cNvPr>
            <p:cNvSpPr/>
            <p:nvPr/>
          </p:nvSpPr>
          <p:spPr>
            <a:xfrm flipH="1" flipV="1">
              <a:off x="10195569" y="0"/>
              <a:ext cx="1996427" cy="199587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62"/>
                <a:gd name="f7" fmla="val 1161"/>
                <a:gd name="f8" fmla="+- 0 0 -90"/>
                <a:gd name="f9" fmla="*/ f3 1 1162"/>
                <a:gd name="f10" fmla="*/ f4 1 1162"/>
                <a:gd name="f11" fmla="+- f6 0 f5"/>
                <a:gd name="f12" fmla="*/ f8 f0 1"/>
                <a:gd name="f13" fmla="*/ f11 1 1162"/>
                <a:gd name="f14" fmla="*/ 0 f11 1"/>
                <a:gd name="f15" fmla="*/ 14679 f11 1"/>
                <a:gd name="f16" fmla="*/ 15840 f11 1"/>
                <a:gd name="f17" fmla="*/ 1161 f11 1"/>
                <a:gd name="f18" fmla="*/ f12 1 f2"/>
                <a:gd name="f19" fmla="*/ f14 1 1162"/>
                <a:gd name="f20" fmla="*/ f15 1 1162"/>
                <a:gd name="f21" fmla="*/ f16 1 1162"/>
                <a:gd name="f22" fmla="*/ f17 1 1162"/>
                <a:gd name="f23" fmla="*/ 0 1 f13"/>
                <a:gd name="f24" fmla="*/ f6 1 f13"/>
                <a:gd name="f25" fmla="+- f18 0 f1"/>
                <a:gd name="f26" fmla="*/ f19 1 f13"/>
                <a:gd name="f27" fmla="*/ f20 1 f13"/>
                <a:gd name="f28" fmla="*/ f21 1 f13"/>
                <a:gd name="f29" fmla="*/ f22 1 f13"/>
                <a:gd name="f30" fmla="*/ f23 f9 1"/>
                <a:gd name="f31" fmla="*/ f24 f9 1"/>
                <a:gd name="f32" fmla="*/ f24 f10 1"/>
                <a:gd name="f33" fmla="*/ f23 f10 1"/>
                <a:gd name="f34" fmla="*/ f26 f9 1"/>
                <a:gd name="f35" fmla="*/ f27 f10 1"/>
                <a:gd name="f36" fmla="*/ f28 f10 1"/>
                <a:gd name="f37" fmla="*/ f29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4" y="f35"/>
                </a:cxn>
                <a:cxn ang="f25">
                  <a:pos x="f34" y="f36"/>
                </a:cxn>
                <a:cxn ang="f25">
                  <a:pos x="f37" y="f36"/>
                </a:cxn>
                <a:cxn ang="f25">
                  <a:pos x="f34" y="f35"/>
                </a:cxn>
              </a:cxnLst>
              <a:rect l="f30" t="f33" r="f31" b="f32"/>
              <a:pathLst>
                <a:path w="1162" h="1162">
                  <a:moveTo>
                    <a:pt x="f5" y="f5"/>
                  </a:moveTo>
                  <a:lnTo>
                    <a:pt x="f5" y="f7"/>
                  </a:lnTo>
                  <a:lnTo>
                    <a:pt x="f7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 11">
              <a:extLst>
                <a:ext uri="{FF2B5EF4-FFF2-40B4-BE49-F238E27FC236}">
                  <a16:creationId xmlns:a16="http://schemas.microsoft.com/office/drawing/2014/main" id="{7501C918-FCC4-6A2C-F11E-DCDBFDBE4EDB}"/>
                </a:ext>
              </a:extLst>
            </p:cNvPr>
            <p:cNvSpPr/>
            <p:nvPr/>
          </p:nvSpPr>
          <p:spPr>
            <a:xfrm flipH="1" flipV="1">
              <a:off x="6092747" y="0"/>
              <a:ext cx="4001450" cy="200101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29"/>
                <a:gd name="f7" fmla="val 1165"/>
                <a:gd name="f8" fmla="+- 0 3550 0"/>
                <a:gd name="f9" fmla="+- 0 2386 0"/>
                <a:gd name="f10" fmla="+- 0 1221 0"/>
                <a:gd name="f11" fmla="val 1164"/>
                <a:gd name="f12" fmla="+- 0 0 -90"/>
                <a:gd name="f13" fmla="*/ f3 1 2329"/>
                <a:gd name="f14" fmla="*/ f4 1 1165"/>
                <a:gd name="f15" fmla="+- f8 0 1221"/>
                <a:gd name="f16" fmla="+- f9 0 1221"/>
                <a:gd name="f17" fmla="+- f10 0 1221"/>
                <a:gd name="f18" fmla="+- f7 0 f5"/>
                <a:gd name="f19" fmla="+- f6 0 f5"/>
                <a:gd name="f20" fmla="*/ f12 f0 1"/>
                <a:gd name="f21" fmla="*/ f19 1 2329"/>
                <a:gd name="f22" fmla="*/ f18 1 1165"/>
                <a:gd name="f23" fmla="*/ f15 f19 1"/>
                <a:gd name="f24" fmla="*/ 15840 f18 1"/>
                <a:gd name="f25" fmla="*/ f16 f19 1"/>
                <a:gd name="f26" fmla="*/ 14676 f18 1"/>
                <a:gd name="f27" fmla="*/ f17 f19 1"/>
                <a:gd name="f28" fmla="*/ f20 1 f2"/>
                <a:gd name="f29" fmla="*/ f23 1 2329"/>
                <a:gd name="f30" fmla="*/ f24 1 1165"/>
                <a:gd name="f31" fmla="*/ f25 1 2329"/>
                <a:gd name="f32" fmla="*/ f26 1 1165"/>
                <a:gd name="f33" fmla="*/ f27 1 2329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2"/>
                <a:gd name="f43" fmla="*/ f33 1 f21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4 1"/>
                <a:gd name="f52" fmla="*/ f43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51"/>
                </a:cxn>
                <a:cxn ang="f38">
                  <a:pos x="f52" y="f49"/>
                </a:cxn>
                <a:cxn ang="f38">
                  <a:pos x="f48" y="f49"/>
                </a:cxn>
              </a:cxnLst>
              <a:rect l="f44" t="f47" r="f45" b="f46"/>
              <a:pathLst>
                <a:path w="2329" h="1165">
                  <a:moveTo>
                    <a:pt x="f6" y="f11"/>
                  </a:moveTo>
                  <a:lnTo>
                    <a:pt x="f7" y="f5"/>
                  </a:lnTo>
                  <a:lnTo>
                    <a:pt x="f5" y="f11"/>
                  </a:lnTo>
                  <a:lnTo>
                    <a:pt x="f6" y="f11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7" name="Espace réservé du texte 29">
            <a:extLst>
              <a:ext uri="{FF2B5EF4-FFF2-40B4-BE49-F238E27FC236}">
                <a16:creationId xmlns:a16="http://schemas.microsoft.com/office/drawing/2014/main" id="{C8A0C0B9-74A1-00F2-4423-A6FF7945AF6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4360" y="4549551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>
                <a:solidFill>
                  <a:srgbClr val="5D7D40"/>
                </a:solidFill>
              </a:defRPr>
            </a:lvl1pPr>
          </a:lstStyle>
          <a:p>
            <a:pPr lvl="0"/>
            <a:r>
              <a:rPr lang="fr-FR"/>
              <a:t>Cliquer pour ajouter du texte</a:t>
            </a:r>
          </a:p>
        </p:txBody>
      </p:sp>
      <p:cxnSp>
        <p:nvCxnSpPr>
          <p:cNvPr id="8" name="Connecteur droit 3">
            <a:extLst>
              <a:ext uri="{FF2B5EF4-FFF2-40B4-BE49-F238E27FC236}">
                <a16:creationId xmlns:a16="http://schemas.microsoft.com/office/drawing/2014/main" id="{EAD49737-F054-F85E-C895-931A8A9DA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4360" y="3950207"/>
            <a:ext cx="2133596" cy="399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</p:spTree>
    <p:extLst>
      <p:ext uri="{BB962C8B-B14F-4D97-AF65-F5344CB8AC3E}">
        <p14:creationId xmlns:p14="http://schemas.microsoft.com/office/powerpoint/2010/main" val="21326021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966E-615C-2058-DA31-43DC9885CEA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15962-36F4-6709-CF69-873312150E3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fld id="{50BD0133-3590-49E2-A471-0956D67D7A85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D8E5C-C420-367D-5E95-D51A8D87D8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3A476-330B-9633-DEF7-4787514857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fld id="{A1186FD7-F679-444A-ADB7-598AE33DEF71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7400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9CD7-C024-1A97-B9E8-5E5183F012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181F-609C-FC18-AAF8-3FF8BD3DA7A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9AF1C-ACC9-88E6-7258-49ABBD6E3B8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9A454D-BFED-439E-B56F-8577EA1A4C93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9E6A-F59E-F73B-1350-B572D1F537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C318C-AE19-706D-0130-71F714E309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55166C-606D-45CA-8171-517E8A05F83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138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EE436-33E4-871F-83E1-BEDAA52D656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7ED93-9919-0E9B-735A-86180AAE4B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C38D48-C4C3-5E03-942A-A4612D49B7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CD40BC-1ABC-45ED-91EC-58144AF17CD2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F4A75-C821-C58E-7A5B-F3ABDB4DCC1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5CA94-1CDE-DDA4-B48B-242E3DFF514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941813-EC4A-4FA8-82F7-49E3AC727C4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974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E9CD7-C024-1A97-B9E8-5E5183F012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7181F-609C-FC18-AAF8-3FF8BD3DA7A5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9AF1C-ACC9-88E6-7258-49ABBD6E3B8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89A454D-BFED-439E-B56F-8577EA1A4C93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9E6A-F59E-F73B-1350-B572D1F5376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C318C-AE19-706D-0130-71F714E3090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E55166C-606D-45CA-8171-517E8A05F83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733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EB53-0A84-B832-40F7-FD6D41FC04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4000" b="1" cap="all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E8706-103A-9524-992C-99E58F4966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500"/>
              </a:spcBef>
              <a:buNone/>
              <a:defRPr sz="20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52196-C72D-E386-02FC-7B44A28DBF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CF94E7-6BDB-4BEB-8A68-DF6BFBD379BB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81804-9B49-9A9A-76E0-EAE2D97F2A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908DB-2DFF-0E8E-7BE7-EE736189AEB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9F7F052-4B22-4156-9087-B7F14DFBDFF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98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D653-CAF5-F870-7E84-6A4E38D0C37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1C06-FABE-2841-AEFF-31119192CF3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30478-1B6C-0609-EA9D-242AC39E5A5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700"/>
              </a:spcBef>
              <a:defRPr sz="2800"/>
            </a:lvl1pPr>
            <a:lvl2pPr>
              <a:spcBef>
                <a:spcPts val="600"/>
              </a:spcBef>
              <a:defRPr sz="2400"/>
            </a:lvl2pPr>
            <a:lvl3pPr>
              <a:spcBef>
                <a:spcPts val="500"/>
              </a:spcBef>
              <a:defRPr sz="2000"/>
            </a:lvl3pPr>
            <a:lvl4pPr>
              <a:spcBef>
                <a:spcPts val="400"/>
              </a:spcBef>
              <a:defRPr sz="1800"/>
            </a:lvl4pPr>
            <a:lvl5pPr>
              <a:spcBef>
                <a:spcPts val="400"/>
              </a:spcBef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77110-E93A-BE42-8814-94A92ED8120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4C7967-E90B-4350-9C72-2E3169A05092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0729C-2D20-FE8F-8A11-8DBD05DCEC6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BF506-6EAB-2000-841E-FD003159DF9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5BEB9DE-50DB-4E85-8FD0-E92C465CBAF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376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7911A-0144-136C-FF60-27A65B0F357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15EFB8-1B9B-61FB-04BA-F2F1F49B7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73BB9-DCC3-BA3C-15E9-D84B3E4BCCC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DB76B0-0F93-0973-96EB-35A9720D57A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04379-73B6-9847-7A68-3CF2733C7E45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600"/>
              </a:spcBef>
              <a:defRPr sz="2400"/>
            </a:lvl1pPr>
            <a:lvl2pPr>
              <a:spcBef>
                <a:spcPts val="500"/>
              </a:spcBef>
              <a:defRPr sz="2000"/>
            </a:lvl2pPr>
            <a:lvl3pPr>
              <a:spcBef>
                <a:spcPts val="400"/>
              </a:spcBef>
              <a:defRPr sz="1800"/>
            </a:lvl3pPr>
            <a:lvl4pPr>
              <a:spcBef>
                <a:spcPts val="400"/>
              </a:spcBef>
              <a:defRPr sz="1600"/>
            </a:lvl4pPr>
            <a:lvl5pPr>
              <a:spcBef>
                <a:spcPts val="400"/>
              </a:spcBef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24918-EFCB-0D28-4DC7-9F634DE6F4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63AD22-33E4-4183-8173-C9A694C6EBD8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691F8-D5A9-A20D-23B0-53A674C01B4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AC59D5-E58E-5956-254F-D36C38CA865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7CC96F-8CCA-4B1A-9397-3BEBF6BE73AE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523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403F-84AB-6E91-5DC4-1B3AE5E521D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A9CA5-665D-700A-BD97-1FE32C52345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8B3EDB-27B1-4BF5-9BD5-FC922EBF7557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6E1E3-713E-D9D8-3DE1-BD703822740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D8963-E0C3-F891-22CC-C562DCAA810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31D686-2C6F-437B-94CD-AB4839E93918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46204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36A46-9A45-0F54-568F-1B49F49FBFE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25CF77F-56E5-40FF-8388-2D6063086803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6BDAD3-1077-F54A-8BEC-3CEF9785D1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DA14-2D5E-0322-B8EB-B0DCC09F225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6867610-0BB6-44E9-9FD5-546DE5A1F12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4549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1EDC7-E3FF-CAA5-23EE-8DAE6116C0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3048"/>
            <a:ext cx="4011079" cy="1162046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88313-7A47-8516-04F1-C71C505B6B7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766730" y="273048"/>
            <a:ext cx="6815663" cy="585311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17A9D-E6F6-4237-1AAD-987981F9129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09603" y="1435105"/>
            <a:ext cx="4011079" cy="46910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B47677-EB9F-5219-876F-452A881D70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E30814C-6FA7-4E17-A51D-0DB146AC3DFF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EDF10-CC5C-9D41-2626-F0AEE4C86F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E74D-04CA-DA57-F7B7-4C7C6F4F13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8DC4C89-AB63-46D3-9222-633EACDB714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80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BE43-1466-F968-0BCB-9014D97131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000" b="1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EBBB8-C48A-87A6-7005-AA09DDD7D89D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D5E3C-1F80-B693-C302-2C372D337CE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A83EE-518C-0749-1AAF-2955EEC6CD8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68A996-74EC-44B0-A600-8CA9274BD2FB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941FD-7191-0A65-4705-115CFDF5111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2B143-6888-2DC0-4607-336CE7D796F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378B4C-810F-4CBC-9554-18A2B0CA1B93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70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55832-A10E-93ED-451F-ACA929AA2A7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8777B-7937-3861-EDC0-692D158BBB8D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09778-C68A-D71D-8F13-FBBD0CD2D72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6FC4E0-0558-4D8B-9363-A32B51D72C17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784A3-96E1-939F-4CA4-10EA124C867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8108E-89A8-BE62-D43F-F58086C58A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C6D123A-A7F1-45A3-A95E-CFC241F9212E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240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73639B-3511-8AC1-531B-A7BC8E367AC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619390-FCC8-A29A-2481-B4361C0D268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A6E02-2B51-0C84-1F97-A3E73B560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D76627-2AF9-45EF-9EAF-2ECFD030F780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1622-B721-AAFC-D895-1A8C549DBAF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D4389-CC30-9A5D-66C7-4A06A425352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188D0B-B30E-4FA7-8F4C-74F955AF21E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567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0">
            <a:extLst>
              <a:ext uri="{FF2B5EF4-FFF2-40B4-BE49-F238E27FC236}">
                <a16:creationId xmlns:a16="http://schemas.microsoft.com/office/drawing/2014/main" id="{75DD2DB2-7B6F-2ADE-0EE9-AE200D22F8B5}"/>
              </a:ext>
            </a:extLst>
          </p:cNvPr>
          <p:cNvGrpSpPr/>
          <p:nvPr/>
        </p:nvGrpSpPr>
        <p:grpSpPr>
          <a:xfrm>
            <a:off x="6362696" y="0"/>
            <a:ext cx="5829300" cy="3235604"/>
            <a:chOff x="6362696" y="0"/>
            <a:chExt cx="5829300" cy="3235604"/>
          </a:xfrm>
        </p:grpSpPr>
        <p:sp>
          <p:nvSpPr>
            <p:cNvPr id="3" name="Forme automatique 24">
              <a:extLst>
                <a:ext uri="{FF2B5EF4-FFF2-40B4-BE49-F238E27FC236}">
                  <a16:creationId xmlns:a16="http://schemas.microsoft.com/office/drawing/2014/main" id="{6A4D920B-FF0F-6341-838A-B86324B77C11}"/>
                </a:ext>
              </a:extLst>
            </p:cNvPr>
            <p:cNvSpPr/>
            <p:nvPr/>
          </p:nvSpPr>
          <p:spPr>
            <a:xfrm>
              <a:off x="6362696" y="0"/>
              <a:ext cx="3884755" cy="323560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578"/>
                <a:gd name="f7" fmla="val 2980"/>
                <a:gd name="f8" fmla="+- 0 8372 0"/>
                <a:gd name="f9" fmla="+- 0 7780 0"/>
                <a:gd name="f10" fmla="+- 0 6586 0"/>
                <a:gd name="f11" fmla="+- 0 7774 0"/>
                <a:gd name="f12" fmla="+- 0 10163 0"/>
                <a:gd name="f13" fmla="+- 0 9566 0"/>
                <a:gd name="f14" fmla="+- 0 8969 0"/>
                <a:gd name="f15" fmla="val 1786"/>
                <a:gd name="f16" fmla="val 591"/>
                <a:gd name="f17" fmla="val 1194"/>
                <a:gd name="f18" fmla="val 1188"/>
                <a:gd name="f19" fmla="val 3577"/>
                <a:gd name="f20" fmla="val 2383"/>
                <a:gd name="f21" fmla="+- 0 0 -90"/>
                <a:gd name="f22" fmla="*/ f3 1 3578"/>
                <a:gd name="f23" fmla="*/ f4 1 2980"/>
                <a:gd name="f24" fmla="+- f8 0 6586"/>
                <a:gd name="f25" fmla="+- f9 0 6586"/>
                <a:gd name="f26" fmla="+- f10 0 6586"/>
                <a:gd name="f27" fmla="+- f11 0 6586"/>
                <a:gd name="f28" fmla="+- f12 0 6586"/>
                <a:gd name="f29" fmla="+- f13 0 6586"/>
                <a:gd name="f30" fmla="+- f14 0 6586"/>
                <a:gd name="f31" fmla="+- f7 0 f5"/>
                <a:gd name="f32" fmla="+- f6 0 f5"/>
                <a:gd name="f33" fmla="*/ f21 f0 1"/>
                <a:gd name="f34" fmla="*/ f32 1 3578"/>
                <a:gd name="f35" fmla="*/ f31 1 2980"/>
                <a:gd name="f36" fmla="*/ f24 f32 1"/>
                <a:gd name="f37" fmla="*/ 591 f31 1"/>
                <a:gd name="f38" fmla="*/ f25 f32 1"/>
                <a:gd name="f39" fmla="*/ 0 f31 1"/>
                <a:gd name="f40" fmla="*/ f26 f32 1"/>
                <a:gd name="f41" fmla="*/ f27 f32 1"/>
                <a:gd name="f42" fmla="*/ 1188 f31 1"/>
                <a:gd name="f43" fmla="*/ f28 f32 1"/>
                <a:gd name="f44" fmla="*/ 2383 f31 1"/>
                <a:gd name="f45" fmla="*/ f29 f32 1"/>
                <a:gd name="f46" fmla="*/ 1786 f31 1"/>
                <a:gd name="f47" fmla="*/ f30 f32 1"/>
                <a:gd name="f48" fmla="*/ 2980 f31 1"/>
                <a:gd name="f49" fmla="*/ f33 1 f2"/>
                <a:gd name="f50" fmla="*/ f36 1 3578"/>
                <a:gd name="f51" fmla="*/ f37 1 2980"/>
                <a:gd name="f52" fmla="*/ f38 1 3578"/>
                <a:gd name="f53" fmla="*/ f39 1 2980"/>
                <a:gd name="f54" fmla="*/ f40 1 3578"/>
                <a:gd name="f55" fmla="*/ f41 1 3578"/>
                <a:gd name="f56" fmla="*/ f42 1 2980"/>
                <a:gd name="f57" fmla="*/ f43 1 3578"/>
                <a:gd name="f58" fmla="*/ f44 1 2980"/>
                <a:gd name="f59" fmla="*/ f45 1 3578"/>
                <a:gd name="f60" fmla="*/ f46 1 2980"/>
                <a:gd name="f61" fmla="*/ f47 1 3578"/>
                <a:gd name="f62" fmla="*/ f48 1 2980"/>
                <a:gd name="f63" fmla="*/ 0 1 f34"/>
                <a:gd name="f64" fmla="*/ f6 1 f34"/>
                <a:gd name="f65" fmla="*/ 0 1 f35"/>
                <a:gd name="f66" fmla="*/ f7 1 f35"/>
                <a:gd name="f67" fmla="+- f49 0 f1"/>
                <a:gd name="f68" fmla="*/ f50 1 f34"/>
                <a:gd name="f69" fmla="*/ f51 1 f35"/>
                <a:gd name="f70" fmla="*/ f52 1 f34"/>
                <a:gd name="f71" fmla="*/ f53 1 f35"/>
                <a:gd name="f72" fmla="*/ f54 1 f34"/>
                <a:gd name="f73" fmla="*/ f55 1 f34"/>
                <a:gd name="f74" fmla="*/ f56 1 f35"/>
                <a:gd name="f75" fmla="*/ f57 1 f34"/>
                <a:gd name="f76" fmla="*/ f58 1 f35"/>
                <a:gd name="f77" fmla="*/ f59 1 f34"/>
                <a:gd name="f78" fmla="*/ f60 1 f35"/>
                <a:gd name="f79" fmla="*/ f61 1 f34"/>
                <a:gd name="f80" fmla="*/ f62 1 f35"/>
                <a:gd name="f81" fmla="*/ f63 f22 1"/>
                <a:gd name="f82" fmla="*/ f64 f22 1"/>
                <a:gd name="f83" fmla="*/ f66 f23 1"/>
                <a:gd name="f84" fmla="*/ f65 f23 1"/>
                <a:gd name="f85" fmla="*/ f68 f22 1"/>
                <a:gd name="f86" fmla="*/ f69 f23 1"/>
                <a:gd name="f87" fmla="*/ f70 f22 1"/>
                <a:gd name="f88" fmla="*/ f71 f23 1"/>
                <a:gd name="f89" fmla="*/ f72 f22 1"/>
                <a:gd name="f90" fmla="*/ f73 f22 1"/>
                <a:gd name="f91" fmla="*/ f74 f23 1"/>
                <a:gd name="f92" fmla="*/ f75 f22 1"/>
                <a:gd name="f93" fmla="*/ f76 f23 1"/>
                <a:gd name="f94" fmla="*/ f77 f22 1"/>
                <a:gd name="f95" fmla="*/ f78 f23 1"/>
                <a:gd name="f96" fmla="*/ f79 f22 1"/>
                <a:gd name="f97" fmla="*/ f80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67">
                  <a:pos x="f85" y="f86"/>
                </a:cxn>
                <a:cxn ang="f67">
                  <a:pos x="f87" y="f88"/>
                </a:cxn>
                <a:cxn ang="f67">
                  <a:pos x="f89" y="f88"/>
                </a:cxn>
                <a:cxn ang="f67">
                  <a:pos x="f90" y="f91"/>
                </a:cxn>
                <a:cxn ang="f67">
                  <a:pos x="f85" y="f86"/>
                </a:cxn>
                <a:cxn ang="f67">
                  <a:pos x="f92" y="f93"/>
                </a:cxn>
                <a:cxn ang="f67">
                  <a:pos x="f94" y="f95"/>
                </a:cxn>
                <a:cxn ang="f67">
                  <a:pos x="f96" y="f93"/>
                </a:cxn>
                <a:cxn ang="f67">
                  <a:pos x="f94" y="f97"/>
                </a:cxn>
                <a:cxn ang="f67">
                  <a:pos x="f92" y="f93"/>
                </a:cxn>
              </a:cxnLst>
              <a:rect l="f81" t="f84" r="f82" b="f83"/>
              <a:pathLst>
                <a:path w="3578" h="2980">
                  <a:moveTo>
                    <a:pt x="f15" y="f16"/>
                  </a:moveTo>
                  <a:lnTo>
                    <a:pt x="f17" y="f5"/>
                  </a:lnTo>
                  <a:lnTo>
                    <a:pt x="f5" y="f5"/>
                  </a:lnTo>
                  <a:lnTo>
                    <a:pt x="f18" y="f18"/>
                  </a:lnTo>
                  <a:lnTo>
                    <a:pt x="f15" y="f16"/>
                  </a:lnTo>
                  <a:moveTo>
                    <a:pt x="f19" y="f20"/>
                  </a:moveTo>
                  <a:lnTo>
                    <a:pt x="f7" y="f15"/>
                  </a:lnTo>
                  <a:lnTo>
                    <a:pt x="f20" y="f20"/>
                  </a:lnTo>
                  <a:lnTo>
                    <a:pt x="f7" y="f7"/>
                  </a:lnTo>
                  <a:lnTo>
                    <a:pt x="f19" y="f2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4" name="Forme libre 7">
              <a:extLst>
                <a:ext uri="{FF2B5EF4-FFF2-40B4-BE49-F238E27FC236}">
                  <a16:creationId xmlns:a16="http://schemas.microsoft.com/office/drawing/2014/main" id="{F38ADF72-4BC8-E553-6B66-DB814C66153E}"/>
                </a:ext>
              </a:extLst>
            </p:cNvPr>
            <p:cNvSpPr/>
            <p:nvPr/>
          </p:nvSpPr>
          <p:spPr>
            <a:xfrm>
              <a:off x="7004368" y="1289898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7774 0"/>
                <a:gd name="f8" fmla="+- 0 7177 0"/>
                <a:gd name="f9" fmla="+- 0 8372 0"/>
                <a:gd name="f10" fmla="+- 0 8969 0"/>
                <a:gd name="f11" fmla="val 597"/>
                <a:gd name="f12" fmla="val 598"/>
                <a:gd name="f13" fmla="val 1195"/>
                <a:gd name="f14" fmla="+- 0 0 -90"/>
                <a:gd name="f15" fmla="*/ f3 1 1792"/>
                <a:gd name="f16" fmla="*/ f4 1 1792"/>
                <a:gd name="f17" fmla="+- f7 0 7177"/>
                <a:gd name="f18" fmla="+- f8 0 7177"/>
                <a:gd name="f19" fmla="+- f9 0 7177"/>
                <a:gd name="f20" fmla="+- f10 0 7177"/>
                <a:gd name="f21" fmla="+- f6 0 f5"/>
                <a:gd name="f22" fmla="*/ f14 f0 1"/>
                <a:gd name="f23" fmla="*/ f21 1 1792"/>
                <a:gd name="f24" fmla="*/ f17 f21 1"/>
                <a:gd name="f25" fmla="*/ 1188 f21 1"/>
                <a:gd name="f26" fmla="*/ f18 f21 1"/>
                <a:gd name="f27" fmla="*/ 1786 f21 1"/>
                <a:gd name="f28" fmla="*/ f19 f21 1"/>
                <a:gd name="f29" fmla="*/ 2980 f21 1"/>
                <a:gd name="f30" fmla="*/ f20 f21 1"/>
                <a:gd name="f31" fmla="*/ 2383 f21 1"/>
                <a:gd name="f32" fmla="*/ f22 1 f2"/>
                <a:gd name="f33" fmla="*/ f24 1 1792"/>
                <a:gd name="f34" fmla="*/ f25 1 1792"/>
                <a:gd name="f35" fmla="*/ f26 1 1792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0 1 f23"/>
                <a:gd name="f42" fmla="*/ f6 1 f23"/>
                <a:gd name="f43" fmla="+- f32 0 f1"/>
                <a:gd name="f44" fmla="*/ f33 1 f23"/>
                <a:gd name="f45" fmla="*/ f34 1 f23"/>
                <a:gd name="f46" fmla="*/ f35 1 f23"/>
                <a:gd name="f47" fmla="*/ f36 1 f23"/>
                <a:gd name="f48" fmla="*/ f37 1 f23"/>
                <a:gd name="f49" fmla="*/ f38 1 f23"/>
                <a:gd name="f50" fmla="*/ f39 1 f23"/>
                <a:gd name="f51" fmla="*/ f40 1 f23"/>
                <a:gd name="f52" fmla="*/ f41 f15 1"/>
                <a:gd name="f53" fmla="*/ f42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62" y="f63"/>
                </a:cxn>
                <a:cxn ang="f43">
                  <a:pos x="f56" y="f57"/>
                </a:cxn>
              </a:cxnLst>
              <a:rect l="f52" t="f55" r="f53" b="f54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9D448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5" name="Forme libre 8">
              <a:extLst>
                <a:ext uri="{FF2B5EF4-FFF2-40B4-BE49-F238E27FC236}">
                  <a16:creationId xmlns:a16="http://schemas.microsoft.com/office/drawing/2014/main" id="{A0488E6B-B21C-31E5-9917-06BB04591DB6}"/>
                </a:ext>
              </a:extLst>
            </p:cNvPr>
            <p:cNvSpPr/>
            <p:nvPr/>
          </p:nvSpPr>
          <p:spPr>
            <a:xfrm>
              <a:off x="8955432" y="0"/>
              <a:ext cx="1284421" cy="642777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83"/>
                <a:gd name="f7" fmla="val 592"/>
                <a:gd name="f8" fmla="+- 0 10158 0"/>
                <a:gd name="f9" fmla="+- 0 8975 0"/>
                <a:gd name="f10" fmla="+- 0 9566 0"/>
                <a:gd name="f11" fmla="val 591"/>
                <a:gd name="f12" fmla="+- 0 0 -90"/>
                <a:gd name="f13" fmla="*/ f3 1 1183"/>
                <a:gd name="f14" fmla="*/ f4 1 592"/>
                <a:gd name="f15" fmla="+- f8 0 8975"/>
                <a:gd name="f16" fmla="+- f9 0 8975"/>
                <a:gd name="f17" fmla="+- f10 0 8975"/>
                <a:gd name="f18" fmla="+- f7 0 f5"/>
                <a:gd name="f19" fmla="+- f6 0 f5"/>
                <a:gd name="f20" fmla="*/ f12 f0 1"/>
                <a:gd name="f21" fmla="*/ f19 1 1183"/>
                <a:gd name="f22" fmla="*/ f18 1 592"/>
                <a:gd name="f23" fmla="*/ f15 f19 1"/>
                <a:gd name="f24" fmla="*/ 0 f18 1"/>
                <a:gd name="f25" fmla="*/ f16 f19 1"/>
                <a:gd name="f26" fmla="*/ f17 f19 1"/>
                <a:gd name="f27" fmla="*/ 591 f18 1"/>
                <a:gd name="f28" fmla="*/ f20 1 f2"/>
                <a:gd name="f29" fmla="*/ f23 1 1183"/>
                <a:gd name="f30" fmla="*/ f24 1 592"/>
                <a:gd name="f31" fmla="*/ f25 1 1183"/>
                <a:gd name="f32" fmla="*/ f26 1 1183"/>
                <a:gd name="f33" fmla="*/ f27 1 592"/>
                <a:gd name="f34" fmla="*/ 0 1 f21"/>
                <a:gd name="f35" fmla="*/ f6 1 f21"/>
                <a:gd name="f36" fmla="*/ 0 1 f22"/>
                <a:gd name="f37" fmla="*/ f7 1 f22"/>
                <a:gd name="f38" fmla="+- f28 0 f1"/>
                <a:gd name="f39" fmla="*/ f29 1 f21"/>
                <a:gd name="f40" fmla="*/ f30 1 f22"/>
                <a:gd name="f41" fmla="*/ f31 1 f21"/>
                <a:gd name="f42" fmla="*/ f32 1 f21"/>
                <a:gd name="f43" fmla="*/ f33 1 f22"/>
                <a:gd name="f44" fmla="*/ f34 f13 1"/>
                <a:gd name="f45" fmla="*/ f35 f13 1"/>
                <a:gd name="f46" fmla="*/ f37 f14 1"/>
                <a:gd name="f47" fmla="*/ f36 f14 1"/>
                <a:gd name="f48" fmla="*/ f39 f13 1"/>
                <a:gd name="f49" fmla="*/ f40 f14 1"/>
                <a:gd name="f50" fmla="*/ f41 f13 1"/>
                <a:gd name="f51" fmla="*/ f42 f13 1"/>
                <a:gd name="f52" fmla="*/ f43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48" y="f49"/>
                </a:cxn>
                <a:cxn ang="f38">
                  <a:pos x="f50" y="f49"/>
                </a:cxn>
                <a:cxn ang="f38">
                  <a:pos x="f51" y="f52"/>
                </a:cxn>
                <a:cxn ang="f38">
                  <a:pos x="f48" y="f49"/>
                </a:cxn>
              </a:cxnLst>
              <a:rect l="f44" t="f47" r="f45" b="f46"/>
              <a:pathLst>
                <a:path w="1183" h="592">
                  <a:moveTo>
                    <a:pt x="f6" y="f5"/>
                  </a:moveTo>
                  <a:lnTo>
                    <a:pt x="f5" y="f5"/>
                  </a:lnTo>
                  <a:lnTo>
                    <a:pt x="f11" y="f11"/>
                  </a:lnTo>
                  <a:lnTo>
                    <a:pt x="f6" y="f5"/>
                  </a:lnTo>
                  <a:close/>
                </a:path>
              </a:pathLst>
            </a:custGeom>
            <a:solidFill>
              <a:srgbClr val="4495A2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6" name="Forme libre 9">
              <a:extLst>
                <a:ext uri="{FF2B5EF4-FFF2-40B4-BE49-F238E27FC236}">
                  <a16:creationId xmlns:a16="http://schemas.microsoft.com/office/drawing/2014/main" id="{E983AC5A-7BB4-4C4B-3917-3E1D62EF1BD5}"/>
                </a:ext>
              </a:extLst>
            </p:cNvPr>
            <p:cNvSpPr/>
            <p:nvPr/>
          </p:nvSpPr>
          <p:spPr>
            <a:xfrm>
              <a:off x="7652549" y="641689"/>
              <a:ext cx="1945632" cy="194570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92"/>
                <a:gd name="f7" fmla="+- 0 8372 0"/>
                <a:gd name="f8" fmla="+- 0 7774 0"/>
                <a:gd name="f9" fmla="+- 0 8969 0"/>
                <a:gd name="f10" fmla="+- 0 9566 0"/>
                <a:gd name="f11" fmla="val 598"/>
                <a:gd name="f12" fmla="val 597"/>
                <a:gd name="f13" fmla="val 1195"/>
                <a:gd name="f14" fmla="+- 0 0 -90"/>
                <a:gd name="f15" fmla="*/ f3 1 1792"/>
                <a:gd name="f16" fmla="*/ f4 1 1792"/>
                <a:gd name="f17" fmla="+- f7 0 7774"/>
                <a:gd name="f18" fmla="+- f8 0 7774"/>
                <a:gd name="f19" fmla="+- f9 0 7774"/>
                <a:gd name="f20" fmla="+- f10 0 7774"/>
                <a:gd name="f21" fmla="+- f6 0 f5"/>
                <a:gd name="f22" fmla="*/ f14 f0 1"/>
                <a:gd name="f23" fmla="*/ f21 1 1792"/>
                <a:gd name="f24" fmla="*/ f17 f21 1"/>
                <a:gd name="f25" fmla="*/ 591 f21 1"/>
                <a:gd name="f26" fmla="*/ f18 f21 1"/>
                <a:gd name="f27" fmla="*/ 1188 f21 1"/>
                <a:gd name="f28" fmla="*/ f19 f21 1"/>
                <a:gd name="f29" fmla="*/ 2383 f21 1"/>
                <a:gd name="f30" fmla="*/ f20 f21 1"/>
                <a:gd name="f31" fmla="*/ 1786 f21 1"/>
                <a:gd name="f32" fmla="*/ f22 1 f2"/>
                <a:gd name="f33" fmla="*/ f24 1 1792"/>
                <a:gd name="f34" fmla="*/ f25 1 1792"/>
                <a:gd name="f35" fmla="*/ f26 1 1792"/>
                <a:gd name="f36" fmla="*/ f27 1 1792"/>
                <a:gd name="f37" fmla="*/ f28 1 1792"/>
                <a:gd name="f38" fmla="*/ f29 1 1792"/>
                <a:gd name="f39" fmla="*/ f30 1 1792"/>
                <a:gd name="f40" fmla="*/ f31 1 1792"/>
                <a:gd name="f41" fmla="*/ 0 1 f23"/>
                <a:gd name="f42" fmla="*/ f6 1 f23"/>
                <a:gd name="f43" fmla="+- f32 0 f1"/>
                <a:gd name="f44" fmla="*/ f33 1 f23"/>
                <a:gd name="f45" fmla="*/ f34 1 f23"/>
                <a:gd name="f46" fmla="*/ f35 1 f23"/>
                <a:gd name="f47" fmla="*/ f36 1 f23"/>
                <a:gd name="f48" fmla="*/ f37 1 f23"/>
                <a:gd name="f49" fmla="*/ f38 1 f23"/>
                <a:gd name="f50" fmla="*/ f39 1 f23"/>
                <a:gd name="f51" fmla="*/ f40 1 f23"/>
                <a:gd name="f52" fmla="*/ f41 f15 1"/>
                <a:gd name="f53" fmla="*/ f42 f15 1"/>
                <a:gd name="f54" fmla="*/ f42 f16 1"/>
                <a:gd name="f55" fmla="*/ f41 f16 1"/>
                <a:gd name="f56" fmla="*/ f44 f15 1"/>
                <a:gd name="f57" fmla="*/ f45 f16 1"/>
                <a:gd name="f58" fmla="*/ f46 f15 1"/>
                <a:gd name="f59" fmla="*/ f47 f16 1"/>
                <a:gd name="f60" fmla="*/ f48 f15 1"/>
                <a:gd name="f61" fmla="*/ f49 f16 1"/>
                <a:gd name="f62" fmla="*/ f50 f15 1"/>
                <a:gd name="f63" fmla="*/ f51 f1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6" y="f57"/>
                </a:cxn>
                <a:cxn ang="f43">
                  <a:pos x="f58" y="f59"/>
                </a:cxn>
                <a:cxn ang="f43">
                  <a:pos x="f60" y="f61"/>
                </a:cxn>
                <a:cxn ang="f43">
                  <a:pos x="f62" y="f63"/>
                </a:cxn>
                <a:cxn ang="f43">
                  <a:pos x="f56" y="f57"/>
                </a:cxn>
              </a:cxnLst>
              <a:rect l="f52" t="f55" r="f53" b="f54"/>
              <a:pathLst>
                <a:path w="1792" h="1792">
                  <a:moveTo>
                    <a:pt x="f11" y="f5"/>
                  </a:moveTo>
                  <a:lnTo>
                    <a:pt x="f5" y="f12"/>
                  </a:lnTo>
                  <a:lnTo>
                    <a:pt x="f13" y="f6"/>
                  </a:lnTo>
                  <a:lnTo>
                    <a:pt x="f6" y="f13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7CA655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  <p:sp>
          <p:nvSpPr>
            <p:cNvPr id="7" name="Forme libre 10">
              <a:extLst>
                <a:ext uri="{FF2B5EF4-FFF2-40B4-BE49-F238E27FC236}">
                  <a16:creationId xmlns:a16="http://schemas.microsoft.com/office/drawing/2014/main" id="{9F1F24EE-3AA0-A6C8-247C-DF76152A5CC0}"/>
                </a:ext>
              </a:extLst>
            </p:cNvPr>
            <p:cNvSpPr/>
            <p:nvPr/>
          </p:nvSpPr>
          <p:spPr>
            <a:xfrm>
              <a:off x="9598182" y="641689"/>
              <a:ext cx="2593814" cy="25939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389"/>
                <a:gd name="f7" fmla="+- 0 11955 0"/>
                <a:gd name="f8" fmla="+- 0 10760 0"/>
                <a:gd name="f9" fmla="+- 0 9566 0"/>
                <a:gd name="f10" fmla="val 1195"/>
                <a:gd name="f11" fmla="val 1194"/>
                <a:gd name="f12" fmla="+- 0 0 -90"/>
                <a:gd name="f13" fmla="*/ f3 1 2389"/>
                <a:gd name="f14" fmla="*/ f4 1 2389"/>
                <a:gd name="f15" fmla="+- f7 0 9566"/>
                <a:gd name="f16" fmla="+- f8 0 9566"/>
                <a:gd name="f17" fmla="+- f9 0 9566"/>
                <a:gd name="f18" fmla="+- f6 0 f5"/>
                <a:gd name="f19" fmla="*/ f12 f0 1"/>
                <a:gd name="f20" fmla="*/ f18 1 2389"/>
                <a:gd name="f21" fmla="*/ f15 f18 1"/>
                <a:gd name="f22" fmla="*/ 1786 f18 1"/>
                <a:gd name="f23" fmla="*/ f16 f18 1"/>
                <a:gd name="f24" fmla="*/ 591 f18 1"/>
                <a:gd name="f25" fmla="*/ f17 f18 1"/>
                <a:gd name="f26" fmla="*/ 2980 f18 1"/>
                <a:gd name="f27" fmla="*/ f19 1 f2"/>
                <a:gd name="f28" fmla="*/ f21 1 2389"/>
                <a:gd name="f29" fmla="*/ f22 1 2389"/>
                <a:gd name="f30" fmla="*/ f23 1 2389"/>
                <a:gd name="f31" fmla="*/ f24 1 2389"/>
                <a:gd name="f32" fmla="*/ f25 1 2389"/>
                <a:gd name="f33" fmla="*/ f26 1 2389"/>
                <a:gd name="f34" fmla="*/ 0 1 f20"/>
                <a:gd name="f35" fmla="*/ f6 1 f20"/>
                <a:gd name="f36" fmla="+- f27 0 f1"/>
                <a:gd name="f37" fmla="*/ f28 1 f20"/>
                <a:gd name="f38" fmla="*/ f29 1 f20"/>
                <a:gd name="f39" fmla="*/ f30 1 f20"/>
                <a:gd name="f40" fmla="*/ f31 1 f20"/>
                <a:gd name="f41" fmla="*/ f32 1 f20"/>
                <a:gd name="f42" fmla="*/ f33 1 f20"/>
                <a:gd name="f43" fmla="*/ f34 f13 1"/>
                <a:gd name="f44" fmla="*/ f35 f13 1"/>
                <a:gd name="f45" fmla="*/ f35 f14 1"/>
                <a:gd name="f46" fmla="*/ f34 f14 1"/>
                <a:gd name="f47" fmla="*/ f37 f13 1"/>
                <a:gd name="f48" fmla="*/ f38 f14 1"/>
                <a:gd name="f49" fmla="*/ f39 f13 1"/>
                <a:gd name="f50" fmla="*/ f40 f14 1"/>
                <a:gd name="f51" fmla="*/ f41 f13 1"/>
                <a:gd name="f52" fmla="*/ f4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6">
                  <a:pos x="f47" y="f48"/>
                </a:cxn>
                <a:cxn ang="f36">
                  <a:pos x="f49" y="f50"/>
                </a:cxn>
                <a:cxn ang="f36">
                  <a:pos x="f51" y="f48"/>
                </a:cxn>
                <a:cxn ang="f36">
                  <a:pos x="f49" y="f52"/>
                </a:cxn>
                <a:cxn ang="f36">
                  <a:pos x="f47" y="f48"/>
                </a:cxn>
              </a:cxnLst>
              <a:rect l="f43" t="f46" r="f44" b="f45"/>
              <a:pathLst>
                <a:path w="2389" h="2389">
                  <a:moveTo>
                    <a:pt x="f6" y="f10"/>
                  </a:moveTo>
                  <a:lnTo>
                    <a:pt x="f11" y="f5"/>
                  </a:lnTo>
                  <a:lnTo>
                    <a:pt x="f5" y="f10"/>
                  </a:lnTo>
                  <a:lnTo>
                    <a:pt x="f11" y="f6"/>
                  </a:lnTo>
                  <a:lnTo>
                    <a:pt x="f6" y="f10"/>
                  </a:lnTo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91440" tIns="45720" rIns="91440" bIns="4572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Franklin Gothic Book"/>
              </a:endParaRPr>
            </a:p>
          </p:txBody>
        </p:sp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99F3AD59-39ED-C2A4-FC7D-ED86DA63B9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8888" y="3499664"/>
            <a:ext cx="4939661" cy="2542809"/>
          </a:xfrm>
        </p:spPr>
        <p:txBody>
          <a:bodyPr lIns="0" tIns="0" rIns="0" bIns="0" anchor="b">
            <a:noAutofit/>
          </a:bodyPr>
          <a:lstStyle>
            <a:lvl1pPr>
              <a:defRPr lang="fr-FR"/>
            </a:lvl1pPr>
          </a:lstStyle>
          <a:p>
            <a:pPr lvl="0"/>
            <a:r>
              <a:rPr lang="fr-FR"/>
              <a:t>Cliquez pour ajouter un titre </a:t>
            </a:r>
          </a:p>
        </p:txBody>
      </p:sp>
      <p:cxnSp>
        <p:nvCxnSpPr>
          <p:cNvPr id="9" name="Connecteur droit 3">
            <a:extLst>
              <a:ext uri="{FF2B5EF4-FFF2-40B4-BE49-F238E27FC236}">
                <a16:creationId xmlns:a16="http://schemas.microsoft.com/office/drawing/2014/main" id="{704FAC9D-E715-91B0-0C08-6712B18F6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347463" y="6313173"/>
            <a:ext cx="2133597" cy="3986"/>
          </a:xfrm>
          <a:prstGeom prst="straightConnector1">
            <a:avLst/>
          </a:prstGeom>
          <a:noFill/>
          <a:ln w="101598" cap="flat">
            <a:solidFill>
              <a:srgbClr val="5D7D40"/>
            </a:solidFill>
            <a:prstDash val="solid"/>
            <a:miter/>
          </a:ln>
        </p:spPr>
      </p:cxnSp>
      <p:sp>
        <p:nvSpPr>
          <p:cNvPr id="10" name="Espace réservé du contenu 5">
            <a:extLst>
              <a:ext uri="{FF2B5EF4-FFF2-40B4-BE49-F238E27FC236}">
                <a16:creationId xmlns:a16="http://schemas.microsoft.com/office/drawing/2014/main" id="{DC824D52-074F-7207-8F64-AE0E554BDD1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3888" y="457200"/>
            <a:ext cx="5198272" cy="2305046"/>
          </a:xfrm>
        </p:spPr>
        <p:txBody>
          <a:bodyPr lIns="0" tIns="274320"/>
          <a:lstStyle>
            <a:lvl1pPr marL="457200" indent="-457200">
              <a:spcBef>
                <a:spcPts val="1800"/>
              </a:spcBef>
              <a:buFont typeface="Franklin Gothic Demi"/>
              <a:buAutoNum type="arabicPeriod"/>
              <a:defRPr lang="fr-FR" sz="2000"/>
            </a:lvl1pPr>
            <a:lvl2pPr marL="914400" indent="-457200">
              <a:spcBef>
                <a:spcPts val="1800"/>
              </a:spcBef>
              <a:buFont typeface="Franklin Gothic Demi"/>
              <a:buAutoNum type="alphaLcPeriod"/>
              <a:defRPr lang="fr-FR" sz="2000"/>
            </a:lvl2pPr>
            <a:lvl3pPr marL="1371600" indent="-457200">
              <a:spcBef>
                <a:spcPts val="1800"/>
              </a:spcBef>
              <a:buFont typeface="Franklin Gothic Demi"/>
              <a:buAutoNum type="arabicParenR"/>
              <a:defRPr lang="fr-FR"/>
            </a:lvl3pPr>
            <a:lvl4pPr marL="1371600" indent="0">
              <a:spcBef>
                <a:spcPts val="1800"/>
              </a:spcBef>
              <a:buNone/>
              <a:defRPr lang="fr-FR"/>
            </a:lvl4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endParaRPr lang="fr-FR"/>
          </a:p>
        </p:txBody>
      </p:sp>
      <p:sp>
        <p:nvSpPr>
          <p:cNvPr id="11" name="Espace réservé du contenu 5">
            <a:extLst>
              <a:ext uri="{FF2B5EF4-FFF2-40B4-BE49-F238E27FC236}">
                <a16:creationId xmlns:a16="http://schemas.microsoft.com/office/drawing/2014/main" id="{E30F82B9-D20B-007F-32BC-BE0089FD919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94360" y="2810591"/>
            <a:ext cx="5198272" cy="3319509"/>
          </a:xfrm>
        </p:spPr>
        <p:txBody>
          <a:bodyPr lIns="0" rIns="0" bIns="0"/>
          <a:lstStyle>
            <a:lvl1pPr marL="0" indent="0">
              <a:spcBef>
                <a:spcPts val="1800"/>
              </a:spcBef>
              <a:buNone/>
              <a:defRPr lang="fr-FR" sz="2000"/>
            </a:lvl1pPr>
            <a:lvl2pPr marL="283464">
              <a:spcBef>
                <a:spcPts val="1800"/>
              </a:spcBef>
              <a:defRPr lang="fr-FR" sz="2000"/>
            </a:lvl2pPr>
            <a:lvl3pPr marL="548640">
              <a:spcBef>
                <a:spcPts val="1800"/>
              </a:spcBef>
              <a:defRPr lang="fr-FR"/>
            </a:lvl3pPr>
            <a:lvl4pPr marL="822960">
              <a:spcBef>
                <a:spcPts val="1800"/>
              </a:spcBef>
              <a:defRPr lang="fr-FR"/>
            </a:lvl4pPr>
            <a:lvl5pPr marL="1005840">
              <a:spcBef>
                <a:spcPts val="1800"/>
              </a:spcBef>
              <a:defRPr lang="fr-FR"/>
            </a:lvl5pPr>
          </a:lstStyle>
          <a:p>
            <a:pPr lvl="0"/>
            <a:r>
              <a:rPr lang="fr-FR"/>
              <a:t>Cliquer pour ajouter du contenu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2" name="Espace réservé du numéro de diapositive 9">
            <a:extLst>
              <a:ext uri="{FF2B5EF4-FFF2-40B4-BE49-F238E27FC236}">
                <a16:creationId xmlns:a16="http://schemas.microsoft.com/office/drawing/2014/main" id="{F4375A20-743B-19D4-4E3A-75DDB3EFA66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 lang="fr-FR"/>
            </a:lvl1pPr>
          </a:lstStyle>
          <a:p>
            <a:pPr lvl="0"/>
            <a:fld id="{E17EE0B1-2D94-4B27-97E3-FD7188907A23}" type="slidenum">
              <a:t>‹N°›</a:t>
            </a:fld>
            <a:endParaRPr lang="fr-FR"/>
          </a:p>
        </p:txBody>
      </p:sp>
      <p:sp>
        <p:nvSpPr>
          <p:cNvPr id="13" name="Espace réservé de la date 7">
            <a:extLst>
              <a:ext uri="{FF2B5EF4-FFF2-40B4-BE49-F238E27FC236}">
                <a16:creationId xmlns:a16="http://schemas.microsoft.com/office/drawing/2014/main" id="{AC2419ED-A11F-80F1-73E4-CD07B2AE368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 lang="fr-FR"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37589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3DD3900D-AA24-01A8-C8DC-C8A0C135E1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4360" y="1825627"/>
            <a:ext cx="10382253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Modifiez les styles du texte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u titre 11">
            <a:extLst>
              <a:ext uri="{FF2B5EF4-FFF2-40B4-BE49-F238E27FC236}">
                <a16:creationId xmlns:a16="http://schemas.microsoft.com/office/drawing/2014/main" id="{D69E8AC7-2B6E-2D92-0E7D-B52B40C12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365129"/>
            <a:ext cx="104013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CCBF05-93DD-609B-E4E1-DE10B761F15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133645" y="6332220"/>
            <a:ext cx="1313178" cy="2476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1pPr>
          </a:lstStyle>
          <a:p>
            <a:pPr lvl="0"/>
            <a:endParaRPr lang="fr-FR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4243A290-4FC6-1BC9-EB7B-6C7D64516D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37" cy="24764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100" b="1" i="0" u="none" strike="noStrike" kern="1200" cap="none" spc="0" baseline="0">
                <a:solidFill>
                  <a:srgbClr val="000000"/>
                </a:solidFill>
                <a:uFillTx/>
                <a:latin typeface="Franklin Gothic Book"/>
              </a:defRPr>
            </a:lvl1pPr>
          </a:lstStyle>
          <a:p>
            <a:pPr lvl="0"/>
            <a:fld id="{C30A993F-048F-427D-B42D-5DAF329DE205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76" r:id="rId15"/>
  </p:sldLayoutIdLst>
  <p:txStyles>
    <p:titleStyle>
      <a:lvl1pPr marL="0" marR="0" lvl="0" indent="0" algn="l" defTabSz="914400" rtl="0" fontAlgn="auto" hangingPunct="1">
        <a:lnSpc>
          <a:spcPct val="80000"/>
        </a:lnSpc>
        <a:spcBef>
          <a:spcPts val="0"/>
        </a:spcBef>
        <a:spcAft>
          <a:spcPts val="0"/>
        </a:spcAft>
        <a:buNone/>
        <a:tabLst/>
        <a:defRPr lang="fr-FR" sz="4400" b="1" i="0" u="none" strike="noStrike" kern="1200" cap="none" spc="100" baseline="0">
          <a:solidFill>
            <a:srgbClr val="000000"/>
          </a:solidFill>
          <a:uFillTx/>
          <a:latin typeface="Franklin Gothic Demi"/>
        </a:defRPr>
      </a:lvl1pPr>
    </p:titleStyle>
    <p:bodyStyle>
      <a:lvl1pPr marL="228600" marR="0" lvl="0" indent="-283464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fr-FR" sz="28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1pPr>
      <a:lvl2pPr marL="685800" marR="0" lvl="1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4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2pPr>
      <a:lvl3pPr marL="1143000" marR="0" lvl="2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20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3pPr>
      <a:lvl4pPr marL="1600200" marR="0" lvl="3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4pPr>
      <a:lvl5pPr marL="2057400" marR="0" lvl="4" indent="-283464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fr-FR" sz="1800" b="0" i="0" u="none" strike="noStrike" kern="1200" cap="none" spc="0" baseline="0">
          <a:solidFill>
            <a:srgbClr val="000000"/>
          </a:solidFill>
          <a:uFillTx/>
          <a:latin typeface="Franklin Gothic Book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4ADFE9-897F-22A5-A588-CC818E49A7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D4AA6-6B50-307E-7364-60490CC203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82D-06E5-B475-CFEE-513AC915613B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E3560FA3-8E11-4B50-AD49-2806BD98B50B}" type="datetime1">
              <a:rPr lang="en-US"/>
              <a:pPr lvl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920BB-3892-9624-1CB1-A6397BDF481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F746-BE2D-5C2A-15E6-DB0FA8EF6D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94155682-1DCD-4440-BACC-4C1D00539FDB}" type="slidenum"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marL="0" marR="0" lvl="0" indent="0" algn="ctr" defTabSz="457200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</p:titleStyle>
    <p:bodyStyle>
      <a:lvl1pPr marL="342900" marR="0" lvl="0" indent="-342900" algn="l" defTabSz="457200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/>
        <a:buChar char="•"/>
        <a:tabLst/>
        <a:defRPr lang="en-US" sz="32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742950" marR="0" lvl="1" indent="-285750" algn="l" defTabSz="457200" rtl="0" fontAlgn="auto" hangingPunct="1">
        <a:lnSpc>
          <a:spcPct val="100000"/>
        </a:lnSpc>
        <a:spcBef>
          <a:spcPts val="700"/>
        </a:spcBef>
        <a:spcAft>
          <a:spcPts val="0"/>
        </a:spcAft>
        <a:buSzPct val="100000"/>
        <a:buFont typeface="Arial"/>
        <a:buChar char="–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457200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4572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/>
        <a:buChar char="–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457200" rtl="0" fontAlgn="auto" hangingPunct="1">
        <a:lnSpc>
          <a:spcPct val="100000"/>
        </a:lnSpc>
        <a:spcBef>
          <a:spcPts val="500"/>
        </a:spcBef>
        <a:spcAft>
          <a:spcPts val="0"/>
        </a:spcAft>
        <a:buSzPct val="100000"/>
        <a:buFont typeface="Arial"/>
        <a:buChar char="»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yjunia-my.sharepoint.com/:w:/r/personal/imen_mlika_student_junia_com/Documents/Guide_Interviews_RubiksCube.docx?d=w33e5141e32fe4fd48cbc0d62f807be04&amp;csf=1&amp;web=1&amp;e=3DV6xj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docs.google.com/forms/d/1BXZLamdMQzF4y9jeZg378uoWlkipuD8j69MKJiSrMJU/edi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9E36E6-2F09-EFBE-8282-6B46FC7752C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/>
              <a:t>1 ère Sprint Review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150AEA-3A4C-7EFA-6A6C-034BCD9FC1F5}"/>
              </a:ext>
            </a:extLst>
          </p:cNvPr>
          <p:cNvSpPr txBox="1"/>
          <p:nvPr/>
        </p:nvSpPr>
        <p:spPr>
          <a:xfrm>
            <a:off x="3327785" y="1915475"/>
            <a:ext cx="6788148" cy="370998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57200" rIns="0" bIns="0" anchor="t" anchorCtr="0" compatLnSpc="1">
            <a:normAutofit/>
          </a:bodyPr>
          <a:lstStyle/>
          <a:p>
            <a:pPr marL="283464" marR="0" lvl="0" indent="-283464" algn="l" defTabSz="914400" rtl="0" fontAlgn="auto" hangingPunct="1">
              <a:lnSpc>
                <a:spcPct val="60000"/>
              </a:lnSpc>
              <a:spcBef>
                <a:spcPts val="22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700" b="0" i="0" u="none" strike="noStrike" kern="1200" cap="none" spc="0" baseline="0">
              <a:solidFill>
                <a:srgbClr val="5D7D40"/>
              </a:solidFill>
              <a:uFillTx/>
              <a:latin typeface="Franklin Gothic Book"/>
            </a:endParaRPr>
          </a:p>
        </p:txBody>
      </p:sp>
      <p:sp>
        <p:nvSpPr>
          <p:cNvPr id="4" name="ZoneTexte 4">
            <a:extLst>
              <a:ext uri="{FF2B5EF4-FFF2-40B4-BE49-F238E27FC236}">
                <a16:creationId xmlns:a16="http://schemas.microsoft.com/office/drawing/2014/main" id="{AD56719A-4854-B144-6FE0-635D6CF278B2}"/>
              </a:ext>
            </a:extLst>
          </p:cNvPr>
          <p:cNvSpPr txBox="1"/>
          <p:nvPr/>
        </p:nvSpPr>
        <p:spPr>
          <a:xfrm>
            <a:off x="6211062" y="4110392"/>
            <a:ext cx="6094475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Robot Résolveur de Rubik’s Cube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18DB77-79A1-7190-66ED-66C16C49955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fr-FR"/>
              <a:t>Programme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EB7C29-1EF7-1343-C0D7-34981C86098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3729" y="2281235"/>
            <a:ext cx="6788148" cy="3709985"/>
          </a:xfrm>
        </p:spPr>
        <p:txBody>
          <a:bodyPr lIns="0" tIns="457200" rIns="0" bIns="0"/>
          <a:lstStyle/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Vision produit</a:t>
            </a:r>
            <a:endParaRPr lang="fr-FR" sz="1700" b="1">
              <a:solidFill>
                <a:srgbClr val="5D7D40"/>
              </a:solidFill>
            </a:endParaRP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Les personas</a:t>
            </a: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Prochaines étapes de discovery</a:t>
            </a: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Backlogs</a:t>
            </a: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Ce que nous avons développé</a:t>
            </a: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Prochaines étapes de delivery</a:t>
            </a: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fr-FR" sz="1700">
                <a:solidFill>
                  <a:srgbClr val="5D7D40"/>
                </a:solidFill>
              </a:rPr>
              <a:t>Le planning des rituels</a:t>
            </a:r>
          </a:p>
          <a:p>
            <a:pPr marL="283207" lvl="0" indent="-283207">
              <a:lnSpc>
                <a:spcPct val="60000"/>
              </a:lnSpc>
              <a:spcBef>
                <a:spcPts val="2200"/>
              </a:spcBef>
            </a:pPr>
            <a:r>
              <a:rPr lang="en-US" sz="1700">
                <a:solidFill>
                  <a:srgbClr val="5D7D40"/>
                </a:solidFill>
              </a:rPr>
              <a:t>La Definition of Ready / La definition of Done</a:t>
            </a:r>
            <a:endParaRPr lang="fr-FR" sz="1700">
              <a:solidFill>
                <a:srgbClr val="5D7D4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F35D8E-54AC-3A51-B6A3-267566CE85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65576" y="411480"/>
            <a:ext cx="8330723" cy="1896968"/>
          </a:xfrm>
        </p:spPr>
        <p:txBody>
          <a:bodyPr/>
          <a:lstStyle/>
          <a:p>
            <a:pPr lvl="0"/>
            <a:r>
              <a:rPr lang="fr-FR">
                <a:solidFill>
                  <a:srgbClr val="5D7D40"/>
                </a:solidFill>
              </a:rPr>
              <a:t>Vision produit</a:t>
            </a:r>
            <a:br>
              <a:rPr lang="fr-FR">
                <a:solidFill>
                  <a:srgbClr val="5D7D40"/>
                </a:solidFill>
              </a:rPr>
            </a:br>
            <a:endParaRPr lang="fr-FR"/>
          </a:p>
        </p:txBody>
      </p:sp>
      <p:sp>
        <p:nvSpPr>
          <p:cNvPr id="3" name="ZoneTexte 3">
            <a:extLst>
              <a:ext uri="{FF2B5EF4-FFF2-40B4-BE49-F238E27FC236}">
                <a16:creationId xmlns:a16="http://schemas.microsoft.com/office/drawing/2014/main" id="{72392D4B-42DE-3E22-A8DD-BF9EDF229604}"/>
              </a:ext>
            </a:extLst>
          </p:cNvPr>
          <p:cNvSpPr txBox="1"/>
          <p:nvPr/>
        </p:nvSpPr>
        <p:spPr>
          <a:xfrm>
            <a:off x="3602736" y="3339343"/>
            <a:ext cx="7219188" cy="46166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100" baseline="0">
                <a:solidFill>
                  <a:srgbClr val="5D7D40"/>
                </a:solidFill>
                <a:uFillTx/>
                <a:latin typeface="Franklin Gothic Demi"/>
              </a:rPr>
              <a:t>le Template de vision produit de Geoffrey Moore</a:t>
            </a:r>
          </a:p>
        </p:txBody>
      </p:sp>
      <p:sp>
        <p:nvSpPr>
          <p:cNvPr id="4" name="ZoneTexte 6">
            <a:extLst>
              <a:ext uri="{FF2B5EF4-FFF2-40B4-BE49-F238E27FC236}">
                <a16:creationId xmlns:a16="http://schemas.microsoft.com/office/drawing/2014/main" id="{FEA53BC9-7C67-3A63-6982-A68DC8C3EAA8}"/>
              </a:ext>
            </a:extLst>
          </p:cNvPr>
          <p:cNvSpPr txBox="1"/>
          <p:nvPr/>
        </p:nvSpPr>
        <p:spPr>
          <a:xfrm>
            <a:off x="3602736" y="4234330"/>
            <a:ext cx="7861554" cy="175432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Pour [cible/utilisateur]</a:t>
            </a:r>
            <a:b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</a:b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Qui [besoin/problème à résoudre]</a:t>
            </a:r>
            <a:b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</a:b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Notre produit est [catégorie/solution]</a:t>
            </a:r>
            <a:b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</a:b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Qui permet [bénéfice principal]</a:t>
            </a:r>
            <a:b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</a:b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Contrairement à [alternative actuelle]</a:t>
            </a:r>
            <a:b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</a:b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Notre produit [différenciation clé]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42FE5FC7-6E6F-4622-16D3-4A6FEED28E8E}"/>
              </a:ext>
            </a:extLst>
          </p:cNvPr>
          <p:cNvSpPr txBox="1"/>
          <p:nvPr/>
        </p:nvSpPr>
        <p:spPr>
          <a:xfrm>
            <a:off x="1322835" y="310896"/>
            <a:ext cx="9316071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3200" b="1" i="0" u="none" strike="noStrike" kern="0" cap="none" spc="0" baseline="0">
                <a:solidFill>
                  <a:srgbClr val="003366"/>
                </a:solidFill>
                <a:uFillTx/>
              </a:defRPr>
            </a:pPr>
            <a:r>
              <a:rPr lang="fr-FR" sz="32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Vision Produit – Robot Résolveur de Rubik’s Cube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79426BF-E1C1-9479-2BF3-E878B337B6BC}"/>
              </a:ext>
            </a:extLst>
          </p:cNvPr>
          <p:cNvSpPr txBox="1"/>
          <p:nvPr/>
        </p:nvSpPr>
        <p:spPr>
          <a:xfrm>
            <a:off x="995306" y="1172672"/>
            <a:ext cx="10489557" cy="470897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20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0" cap="none" spc="0" baseline="0">
                <a:solidFill>
                  <a:srgbClr val="323232"/>
                </a:solidFill>
                <a:uFillTx/>
              </a:defRPr>
            </a:pPr>
            <a:r>
              <a:rPr lang="fr-FR" sz="20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Pour</a:t>
            </a:r>
            <a: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  <a:t> les étudiants en orientation, les professeurs de l’ISEN et le grand public curieux de technologie</a:t>
            </a: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r>
              <a:rPr lang="fr-FR" sz="20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Qui</a:t>
            </a:r>
            <a: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  <a:t> souhaitent découvrir la robotique de manière simple, concrète et impressionnante</a:t>
            </a: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r>
              <a:rPr lang="fr-FR" sz="20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Notre produit est </a:t>
            </a:r>
            <a: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  <a:t>un robot résolveur de Rubik’s Cube 3x3 développé par des étudiants</a:t>
            </a: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r>
              <a:rPr lang="fr-FR" sz="20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Qui permet </a:t>
            </a:r>
            <a: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  <a:t>de démontrer la synergie entre mécanique, électronique et programmation dans un projet réel et ludique</a:t>
            </a: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r>
              <a:rPr lang="fr-FR" sz="20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Contrairement à </a:t>
            </a:r>
            <a: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  <a:t>une présentation théorique ou à un Rubik’s Cube résolu manuellement</a:t>
            </a: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b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</a:br>
            <a:r>
              <a:rPr lang="fr-FR" sz="2000" b="1" i="0" u="none" strike="noStrike" kern="1200" cap="none" spc="0" baseline="0">
                <a:solidFill>
                  <a:srgbClr val="3B7D23"/>
                </a:solidFill>
                <a:uFillTx/>
                <a:latin typeface="Aptos"/>
              </a:rPr>
              <a:t>Notre produit offre </a:t>
            </a:r>
            <a:r>
              <a:rPr lang="fr-FR" sz="2000" b="0" i="0" u="none" strike="noStrike" kern="1200" cap="none" spc="0" baseline="0">
                <a:solidFill>
                  <a:srgbClr val="323232"/>
                </a:solidFill>
                <a:uFillTx/>
                <a:latin typeface="Aptos"/>
              </a:rPr>
              <a:t>une expérience interactive, spectaculaire et accessible à tous, qui valorise l’expertise de l’école et inspire la curiosité scientifique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BA8EAE-D2C4-7F30-0720-889FFEFF47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65576" y="411480"/>
            <a:ext cx="8330723" cy="1896968"/>
          </a:xfrm>
        </p:spPr>
        <p:txBody>
          <a:bodyPr/>
          <a:lstStyle/>
          <a:p>
            <a:pPr lvl="0"/>
            <a:r>
              <a:rPr lang="fr-FR">
                <a:solidFill>
                  <a:srgbClr val="5D7D40"/>
                </a:solidFill>
              </a:rPr>
              <a:t>Les personas</a:t>
            </a:r>
            <a:br>
              <a:rPr lang="fr-FR">
                <a:solidFill>
                  <a:srgbClr val="5D7D40"/>
                </a:solidFill>
              </a:rPr>
            </a:br>
            <a:endParaRPr lang="fr-FR"/>
          </a:p>
        </p:txBody>
      </p:sp>
      <p:pic>
        <p:nvPicPr>
          <p:cNvPr id="3" name="Image 4" descr="Une image contenant texte, tableau blanc, écriture manuscrite&#10;&#10;Le contenu généré par l’IA peut être incorrect.">
            <a:extLst>
              <a:ext uri="{FF2B5EF4-FFF2-40B4-BE49-F238E27FC236}">
                <a16:creationId xmlns:a16="http://schemas.microsoft.com/office/drawing/2014/main" id="{ABA89675-2157-E597-386B-594E5B20E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23048"/>
            <a:ext cx="7746522" cy="399253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8211AF2-9E1E-08DD-D1D2-2BD532F3E2BF}"/>
              </a:ext>
            </a:extLst>
          </p:cNvPr>
          <p:cNvSpPr txBox="1"/>
          <p:nvPr/>
        </p:nvSpPr>
        <p:spPr>
          <a:xfrm>
            <a:off x="880274" y="142536"/>
            <a:ext cx="10431447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 b="1" i="0" u="none" strike="noStrike" kern="0" cap="none" spc="0" baseline="0">
                <a:solidFill>
                  <a:srgbClr val="003366"/>
                </a:solidFill>
                <a:uFillTx/>
              </a:defRPr>
            </a:pPr>
            <a:r>
              <a:rPr lang="fr-FR" sz="3200" b="1" i="0" u="none" strike="noStrike" kern="1200" cap="none" spc="100" baseline="0">
                <a:solidFill>
                  <a:srgbClr val="5D7D40"/>
                </a:solidFill>
                <a:uFillTx/>
                <a:latin typeface="Franklin Gothic Demi"/>
              </a:rPr>
              <a:t>Benjamin Morel – Étudiant souhaitant intégrer l’ISEN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D206F72-8887-AAE9-88DF-50EC036846DF}"/>
              </a:ext>
            </a:extLst>
          </p:cNvPr>
          <p:cNvSpPr txBox="1"/>
          <p:nvPr/>
        </p:nvSpPr>
        <p:spPr>
          <a:xfrm>
            <a:off x="755907" y="3498750"/>
            <a:ext cx="2825496" cy="914400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9BBB5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Âge : 18 ans</a:t>
            </a: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Statut : Lycéen en Terminale S/SI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76BF3F-3574-83A2-B556-0A4CE6A10F34}"/>
              </a:ext>
            </a:extLst>
          </p:cNvPr>
          <p:cNvSpPr txBox="1"/>
          <p:nvPr/>
        </p:nvSpPr>
        <p:spPr>
          <a:xfrm>
            <a:off x="4509519" y="1676296"/>
            <a:ext cx="2825496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Interets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Robotique, programmation, puzzles logiques, projets étudiants, vulgarisation scientifique.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5183570-E166-C8FB-2D4A-D94325B65687}"/>
              </a:ext>
            </a:extLst>
          </p:cNvPr>
          <p:cNvSpPr txBox="1"/>
          <p:nvPr/>
        </p:nvSpPr>
        <p:spPr>
          <a:xfrm>
            <a:off x="4509519" y="3212817"/>
            <a:ext cx="2756915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Motivations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Découvrir des projets concrets, vérifier l’aspect pratique de l’école, avoir un déclic émotionnel.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207DEB8-BEFE-B17D-CC9D-79226E2D4B74}"/>
              </a:ext>
            </a:extLst>
          </p:cNvPr>
          <p:cNvSpPr txBox="1"/>
          <p:nvPr/>
        </p:nvSpPr>
        <p:spPr>
          <a:xfrm>
            <a:off x="5995419" y="4701881"/>
            <a:ext cx="2843784" cy="1477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Objectifs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Comprendre si l’école met en avant la pratique, découvrir les opportunités en robotique, se projeter dans ses études.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5F78CC4-9167-9AB0-1254-54176CECC583}"/>
              </a:ext>
            </a:extLst>
          </p:cNvPr>
          <p:cNvSpPr txBox="1"/>
          <p:nvPr/>
        </p:nvSpPr>
        <p:spPr>
          <a:xfrm>
            <a:off x="7613907" y="1676296"/>
            <a:ext cx="2843784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Frustrations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Peur que l’école soit trop théorique, difficulté à se projeter sans réalisations visibles.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392D26D-9526-72D7-E0E7-B544EADBB23C}"/>
              </a:ext>
            </a:extLst>
          </p:cNvPr>
          <p:cNvSpPr txBox="1"/>
          <p:nvPr/>
        </p:nvSpPr>
        <p:spPr>
          <a:xfrm>
            <a:off x="7613907" y="3212817"/>
            <a:ext cx="2843784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Besoins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Voir des démonstrations concrètes, interface intuitive, effet « waouh » qui inspire.</a:t>
            </a:r>
          </a:p>
        </p:txBody>
      </p:sp>
      <p:pic>
        <p:nvPicPr>
          <p:cNvPr id="9" name="Picture 2" descr="246 900+ Portrait Jeune 18 Ans Photos ...">
            <a:extLst>
              <a:ext uri="{FF2B5EF4-FFF2-40B4-BE49-F238E27FC236}">
                <a16:creationId xmlns:a16="http://schemas.microsoft.com/office/drawing/2014/main" id="{F35569F1-95BC-E457-067D-33AC28A63B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5907" y="1293053"/>
            <a:ext cx="2825496" cy="189575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3D566D6-8FFE-3D2F-9C8F-C00FC4AB5623}"/>
              </a:ext>
            </a:extLst>
          </p:cNvPr>
          <p:cNvSpPr txBox="1"/>
          <p:nvPr/>
        </p:nvSpPr>
        <p:spPr>
          <a:xfrm>
            <a:off x="880274" y="142536"/>
            <a:ext cx="8537341" cy="861776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800" b="1" i="0" u="none" strike="noStrike" kern="0" cap="none" spc="0" baseline="0">
                <a:solidFill>
                  <a:srgbClr val="003366"/>
                </a:solidFill>
                <a:uFillTx/>
              </a:defRPr>
            </a:pPr>
            <a:r>
              <a:rPr lang="fr-FR" sz="3200" b="1" i="0" u="none" strike="noStrike" kern="1200" cap="none" spc="100" baseline="0">
                <a:solidFill>
                  <a:srgbClr val="5D7D40"/>
                </a:solidFill>
                <a:uFillTx/>
                <a:latin typeface="Franklin Gothic Demi"/>
              </a:rPr>
              <a:t>Sophie Martin – Professeur/Démonstrateur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0723347-C616-13B6-6E63-8A8BF3568B22}"/>
              </a:ext>
            </a:extLst>
          </p:cNvPr>
          <p:cNvSpPr txBox="1"/>
          <p:nvPr/>
        </p:nvSpPr>
        <p:spPr>
          <a:xfrm>
            <a:off x="755907" y="3775749"/>
            <a:ext cx="2825496" cy="914400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9BBB59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Âge : 45 ans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Statut : Enseignante-chercheuse à l’ISEN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FAAE29D-9737-90EC-EE45-878624D6C65D}"/>
              </a:ext>
            </a:extLst>
          </p:cNvPr>
          <p:cNvSpPr txBox="1"/>
          <p:nvPr/>
        </p:nvSpPr>
        <p:spPr>
          <a:xfrm>
            <a:off x="4509519" y="1676296"/>
            <a:ext cx="2825496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Interets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Pédagogie interactive, vulgarisation, outils de démonstration efficaces.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95935CF-545F-65E2-071F-1D2ACD92D6FD}"/>
              </a:ext>
            </a:extLst>
          </p:cNvPr>
          <p:cNvSpPr txBox="1"/>
          <p:nvPr/>
        </p:nvSpPr>
        <p:spPr>
          <a:xfrm>
            <a:off x="4509519" y="3212817"/>
            <a:ext cx="2756915" cy="1477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Motivations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Attirer de nouveaux étudiants, disposer de projets concrets pour montrer la valeur de l’école.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DE5871E-D91E-B628-FF27-9C103BA5ACF7}"/>
              </a:ext>
            </a:extLst>
          </p:cNvPr>
          <p:cNvSpPr txBox="1"/>
          <p:nvPr/>
        </p:nvSpPr>
        <p:spPr>
          <a:xfrm>
            <a:off x="5922267" y="4921337"/>
            <a:ext cx="2843784" cy="923333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Objectifs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Utiliser le robot en JPO et salons, montrer la synergie méca/élec/info.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2E2FDF3-3D7E-6205-D15A-D0DD60AD7939}"/>
              </a:ext>
            </a:extLst>
          </p:cNvPr>
          <p:cNvSpPr txBox="1"/>
          <p:nvPr/>
        </p:nvSpPr>
        <p:spPr>
          <a:xfrm>
            <a:off x="7613907" y="1676296"/>
            <a:ext cx="2843784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Frustrations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Démos trop techniques, manque d’outils simples, contraintes logistiques.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AAF004-35D5-A969-2D63-F6C7E3972139}"/>
              </a:ext>
            </a:extLst>
          </p:cNvPr>
          <p:cNvSpPr txBox="1"/>
          <p:nvPr/>
        </p:nvSpPr>
        <p:spPr>
          <a:xfrm>
            <a:off x="7613907" y="3212817"/>
            <a:ext cx="2843784" cy="1200332"/>
          </a:xfrm>
          <a:prstGeom prst="rect">
            <a:avLst/>
          </a:prstGeom>
          <a:solidFill>
            <a:srgbClr val="FFFFFF"/>
          </a:solidFill>
          <a:ln w="25402" cap="flat">
            <a:solidFill>
              <a:srgbClr val="4BACC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Besoins</a:t>
            </a:r>
            <a:r>
              <a:rPr lang="fr-FR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: Robot robuste, simple à utiliser, interface claire, démonstration impressionnante et fiable.</a:t>
            </a:r>
          </a:p>
        </p:txBody>
      </p:sp>
      <p:pic>
        <p:nvPicPr>
          <p:cNvPr id="9" name="Picture 2" descr="Sandrine Locatelli">
            <a:extLst>
              <a:ext uri="{FF2B5EF4-FFF2-40B4-BE49-F238E27FC236}">
                <a16:creationId xmlns:a16="http://schemas.microsoft.com/office/drawing/2014/main" id="{990CE2CC-E5DB-3EEE-A59F-5E98F1608F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5907" y="1307592"/>
            <a:ext cx="2825496" cy="231343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2D035-4054-8EE7-5A5D-AB9F70D17C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18888" y="3499664"/>
            <a:ext cx="5278758" cy="2542809"/>
          </a:xfrm>
        </p:spPr>
        <p:txBody>
          <a:bodyPr/>
          <a:lstStyle/>
          <a:p>
            <a:pPr lvl="0"/>
            <a:r>
              <a:rPr lang="fr-FR"/>
              <a:t>Prochaines étapes de Discovery</a:t>
            </a:r>
          </a:p>
        </p:txBody>
      </p:sp>
      <p:sp>
        <p:nvSpPr>
          <p:cNvPr id="3" name="ZoneTexte 5">
            <a:extLst>
              <a:ext uri="{FF2B5EF4-FFF2-40B4-BE49-F238E27FC236}">
                <a16:creationId xmlns:a16="http://schemas.microsoft.com/office/drawing/2014/main" id="{DA01EFF7-5333-235F-2A0F-363000224E1B}"/>
              </a:ext>
            </a:extLst>
          </p:cNvPr>
          <p:cNvSpPr txBox="1"/>
          <p:nvPr/>
        </p:nvSpPr>
        <p:spPr>
          <a:xfrm>
            <a:off x="429758" y="-71652"/>
            <a:ext cx="6094475" cy="683264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0" cap="none" spc="0" baseline="0">
                <a:solidFill>
                  <a:srgbClr val="323232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</a:t>
            </a: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1- Interviews ciblées : 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Professeurs, étudiants en terminale, visiteurs curieux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  </a:t>
            </a: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→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Valider / enrichir les personas existants (besoins, frustrations, motivations).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0" cap="none" spc="0" baseline="0">
                <a:solidFill>
                  <a:srgbClr val="323232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323232"/>
                </a:solidFill>
                <a:uFillTx/>
                <a:latin typeface="Arial" pitchFamily="34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Guide_Interviews_RubiksCube.docx</a:t>
            </a:r>
            <a:endParaRPr lang="fr-FR" sz="1400" b="0" i="0" u="none" strike="noStrike" kern="1200" cap="none" spc="0" baseline="0">
              <a:solidFill>
                <a:srgbClr val="323232"/>
              </a:solidFill>
              <a:uFillTx/>
              <a:latin typeface="Arial" pitchFamily="34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0" cap="none" spc="0" baseline="0">
                <a:solidFill>
                  <a:srgbClr val="323232"/>
                </a:solidFill>
                <a:uFillTx/>
              </a:defRPr>
            </a:pP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2- Sondage quantitatif 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: Google Forms simple (5 questions max)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  </a:t>
            </a: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→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Hiérarchiser les attentes principales (effet waouh, pédagogie, interactivité).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0" cap="none" spc="0" baseline="0">
                <a:solidFill>
                  <a:srgbClr val="323232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https://docs.google.com/forms/d/1BXZLamdMQzF4y9jeZg378uoWlkipuD8j69MKJiSrMJU/edit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3- Analyse concurrentielle : 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robots similaires et démos dans d’autres écoles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  </a:t>
            </a: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→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Identifier points forts / faiblesses, définir notre différenciation.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endParaRPr lang="fr-FR" sz="2000" b="0" i="0" u="none" strike="noStrike" kern="1200" cap="none" spc="0" baseline="0">
              <a:solidFill>
                <a:srgbClr val="323232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000" b="0" i="0" u="none" strike="noStrike" kern="0" cap="none" spc="0" baseline="0">
                <a:solidFill>
                  <a:srgbClr val="323232"/>
                </a:solidFill>
                <a:uFillTx/>
              </a:defRPr>
            </a:pP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4- Prototype &amp; tests rapides : 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maquette simple du robot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  </a:t>
            </a: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→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Observer réactions et collecter feedback.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5- Story Mapping &amp; User Stories</a:t>
            </a:r>
            <a:b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</a:b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  </a:t>
            </a:r>
            <a:r>
              <a:rPr lang="fr-FR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→</a:t>
            </a:r>
            <a:r>
              <a:rPr lang="fr-FR" sz="1800" b="0" i="0" u="none" strike="noStrike" kern="1200" cap="none" spc="0" baseline="0">
                <a:solidFill>
                  <a:srgbClr val="323232"/>
                </a:solidFill>
                <a:uFillTx/>
                <a:latin typeface="Calibri"/>
              </a:rPr>
              <a:t> Construire parcours utilisateur.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0D6B00-7902-B2C0-23D8-C3B1E13FCA69}"/>
              </a:ext>
            </a:extLst>
          </p:cNvPr>
          <p:cNvSpPr txBox="1"/>
          <p:nvPr/>
        </p:nvSpPr>
        <p:spPr>
          <a:xfrm>
            <a:off x="1146044" y="192462"/>
            <a:ext cx="9816852" cy="584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2400" b="1" i="0" u="none" strike="noStrike" kern="0" cap="none" spc="0" baseline="0">
                <a:solidFill>
                  <a:srgbClr val="003366"/>
                </a:solidFill>
                <a:uFillTx/>
              </a:defRPr>
            </a:pPr>
            <a:r>
              <a:rPr lang="fr-FR" sz="3200" b="1" i="0" u="none" strike="noStrike" kern="1200" cap="none" spc="100" baseline="0">
                <a:solidFill>
                  <a:srgbClr val="5D7D40"/>
                </a:solidFill>
                <a:uFillTx/>
                <a:latin typeface="Franklin Gothic Demi"/>
              </a:rPr>
              <a:t>Story Mapping – Robot Résolveur de Rubik’s Cube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12FD0-0159-AF0D-3D59-334B4C7CC725}"/>
              </a:ext>
            </a:extLst>
          </p:cNvPr>
          <p:cNvSpPr txBox="1"/>
          <p:nvPr/>
        </p:nvSpPr>
        <p:spPr>
          <a:xfrm>
            <a:off x="1203963" y="5798301"/>
            <a:ext cx="755330" cy="307777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0" cap="none" spc="0" baseline="0">
                <a:solidFill>
                  <a:srgbClr val="5A5A5A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5A5A5A"/>
                </a:solidFill>
                <a:uFillTx/>
                <a:latin typeface="Calibri"/>
              </a:rPr>
              <a:t>Time →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5EDC30-7932-4A0B-3A4F-6DD118FFA166}"/>
              </a:ext>
            </a:extLst>
          </p:cNvPr>
          <p:cNvSpPr/>
          <p:nvPr/>
        </p:nvSpPr>
        <p:spPr>
          <a:xfrm>
            <a:off x="1203963" y="1225296"/>
            <a:ext cx="219456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C4DDF3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Setup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ABB668-556A-A1C9-79A4-A0A0FF31889F}"/>
              </a:ext>
            </a:extLst>
          </p:cNvPr>
          <p:cNvSpPr/>
          <p:nvPr/>
        </p:nvSpPr>
        <p:spPr>
          <a:xfrm>
            <a:off x="3581403" y="1225296"/>
            <a:ext cx="219456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C4DDF3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Acquisition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F35D41-C8F1-5C2D-231A-A171C8856225}"/>
              </a:ext>
            </a:extLst>
          </p:cNvPr>
          <p:cNvSpPr/>
          <p:nvPr/>
        </p:nvSpPr>
        <p:spPr>
          <a:xfrm>
            <a:off x="6050283" y="122529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C4DDF3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Résolution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04FB972-694F-EE95-0A66-AE8F970F3531}"/>
              </a:ext>
            </a:extLst>
          </p:cNvPr>
          <p:cNvSpPr/>
          <p:nvPr/>
        </p:nvSpPr>
        <p:spPr>
          <a:xfrm>
            <a:off x="8610603" y="122529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C4DDF3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Restitution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F989B7-2657-A12B-CED8-1EA3D8EC70CC}"/>
              </a:ext>
            </a:extLst>
          </p:cNvPr>
          <p:cNvSpPr/>
          <p:nvPr/>
        </p:nvSpPr>
        <p:spPr>
          <a:xfrm>
            <a:off x="1203963" y="1956816"/>
            <a:ext cx="1463040" cy="64008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D9D9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Branchement &amp; init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B62E82-46AE-7D98-A28C-3AD98026DD8A}"/>
              </a:ext>
            </a:extLst>
          </p:cNvPr>
          <p:cNvSpPr/>
          <p:nvPr/>
        </p:nvSpPr>
        <p:spPr>
          <a:xfrm>
            <a:off x="2849883" y="1956816"/>
            <a:ext cx="1463040" cy="64008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D9D9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Placer cube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22CCFDF-44CC-35DC-548B-7F1D0744FED3}"/>
              </a:ext>
            </a:extLst>
          </p:cNvPr>
          <p:cNvSpPr/>
          <p:nvPr/>
        </p:nvSpPr>
        <p:spPr>
          <a:xfrm>
            <a:off x="4404363" y="1956816"/>
            <a:ext cx="1463040" cy="64008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D9D9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Analyser faces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9FE64F-A549-656D-70F2-40F99FFFDC83}"/>
              </a:ext>
            </a:extLst>
          </p:cNvPr>
          <p:cNvSpPr/>
          <p:nvPr/>
        </p:nvSpPr>
        <p:spPr>
          <a:xfrm>
            <a:off x="6050283" y="1956816"/>
            <a:ext cx="1463040" cy="64008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D9D9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Calculer solution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03B3EC-4995-0398-097C-73B97D795EB6}"/>
              </a:ext>
            </a:extLst>
          </p:cNvPr>
          <p:cNvSpPr/>
          <p:nvPr/>
        </p:nvSpPr>
        <p:spPr>
          <a:xfrm>
            <a:off x="7696203" y="1956816"/>
            <a:ext cx="1463040" cy="64008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D9D9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Exécuter mouvements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4E0EB1F-092F-D15D-CFD3-999A3F8EC138}"/>
              </a:ext>
            </a:extLst>
          </p:cNvPr>
          <p:cNvSpPr/>
          <p:nvPr/>
        </p:nvSpPr>
        <p:spPr>
          <a:xfrm>
            <a:off x="9159243" y="1956816"/>
            <a:ext cx="1463040" cy="64008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D9D9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Résultat visible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FF7B69-B46A-12A4-C491-2C8833D7A44B}"/>
              </a:ext>
            </a:extLst>
          </p:cNvPr>
          <p:cNvSpPr/>
          <p:nvPr/>
        </p:nvSpPr>
        <p:spPr>
          <a:xfrm>
            <a:off x="1203963" y="2688336"/>
            <a:ext cx="8503920" cy="27432"/>
          </a:xfrm>
          <a:prstGeom prst="rect">
            <a:avLst/>
          </a:prstGeom>
          <a:solidFill>
            <a:srgbClr val="B4B4B4"/>
          </a:solidFill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9CD91A-8A1F-3299-2734-C60207E02FFC}"/>
              </a:ext>
            </a:extLst>
          </p:cNvPr>
          <p:cNvSpPr txBox="1"/>
          <p:nvPr/>
        </p:nvSpPr>
        <p:spPr>
          <a:xfrm>
            <a:off x="10805163" y="2824151"/>
            <a:ext cx="793808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008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008000"/>
                </a:solidFill>
                <a:uFillTx/>
                <a:latin typeface="Calibri"/>
              </a:rPr>
              <a:t>V1 (MVP)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5B804CA-566D-9758-BE9F-9313FE0876BE}"/>
              </a:ext>
            </a:extLst>
          </p:cNvPr>
          <p:cNvSpPr/>
          <p:nvPr/>
        </p:nvSpPr>
        <p:spPr>
          <a:xfrm>
            <a:off x="1203963" y="296265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Alim secteur stable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E7386C-777A-BFD7-F090-9B7C65DA9665}"/>
              </a:ext>
            </a:extLst>
          </p:cNvPr>
          <p:cNvSpPr/>
          <p:nvPr/>
        </p:nvSpPr>
        <p:spPr>
          <a:xfrm>
            <a:off x="1203963" y="360273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Init moteurs OK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4E01CEC-764A-33E2-39B7-2F9F9DF13D54}"/>
              </a:ext>
            </a:extLst>
          </p:cNvPr>
          <p:cNvSpPr/>
          <p:nvPr/>
        </p:nvSpPr>
        <p:spPr>
          <a:xfrm>
            <a:off x="2849883" y="296265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Support centre &amp; verrouille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771D673-2180-9C10-A90C-AE2D61F1B994}"/>
              </a:ext>
            </a:extLst>
          </p:cNvPr>
          <p:cNvSpPr/>
          <p:nvPr/>
        </p:nvSpPr>
        <p:spPr>
          <a:xfrm>
            <a:off x="2849883" y="360273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Détection présence cube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80127B-C215-331F-BF40-8684CA2CCBDA}"/>
              </a:ext>
            </a:extLst>
          </p:cNvPr>
          <p:cNvSpPr/>
          <p:nvPr/>
        </p:nvSpPr>
        <p:spPr>
          <a:xfrm>
            <a:off x="4404363" y="296265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Scan 6 faces par rotation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217BD17-BC80-C019-306B-CC9EFFAE43E0}"/>
              </a:ext>
            </a:extLst>
          </p:cNvPr>
          <p:cNvSpPr/>
          <p:nvPr/>
        </p:nvSpPr>
        <p:spPr>
          <a:xfrm>
            <a:off x="4404363" y="360273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Reconnaissance 6 couleurs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A1BB0D6-4F2D-CB8C-93E8-55C5AAB13BD8}"/>
              </a:ext>
            </a:extLst>
          </p:cNvPr>
          <p:cNvSpPr/>
          <p:nvPr/>
        </p:nvSpPr>
        <p:spPr>
          <a:xfrm>
            <a:off x="6050283" y="296265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Algo de résolution (Kociemba)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49FA99E-0279-F89D-D7FC-2A9C6067A0F8}"/>
              </a:ext>
            </a:extLst>
          </p:cNvPr>
          <p:cNvSpPr/>
          <p:nvPr/>
        </p:nvSpPr>
        <p:spPr>
          <a:xfrm>
            <a:off x="6050283" y="360273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Séquence non optimisée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A05DE85-AD23-0B70-44CB-2C89D75F047A}"/>
              </a:ext>
            </a:extLst>
          </p:cNvPr>
          <p:cNvSpPr/>
          <p:nvPr/>
        </p:nvSpPr>
        <p:spPr>
          <a:xfrm>
            <a:off x="7696203" y="296265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Cmds R/L/U/D/F/B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BE4094F-98BF-4573-E31E-B5A49661A16D}"/>
              </a:ext>
            </a:extLst>
          </p:cNvPr>
          <p:cNvSpPr/>
          <p:nvPr/>
        </p:nvSpPr>
        <p:spPr>
          <a:xfrm>
            <a:off x="7696203" y="360273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Sécurité fin de course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34110A5-8D9F-98E3-C199-541DDF26FF3C}"/>
              </a:ext>
            </a:extLst>
          </p:cNvPr>
          <p:cNvSpPr/>
          <p:nvPr/>
        </p:nvSpPr>
        <p:spPr>
          <a:xfrm>
            <a:off x="9159243" y="296265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Cube terminé visible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B67DFD0-9A40-BB62-29AF-15849B5732EA}"/>
              </a:ext>
            </a:extLst>
          </p:cNvPr>
          <p:cNvSpPr/>
          <p:nvPr/>
        </p:nvSpPr>
        <p:spPr>
          <a:xfrm>
            <a:off x="9159243" y="3602736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2C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Signal de fin (LED/son)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789026-3D87-327B-BE00-5714BC90C337}"/>
              </a:ext>
            </a:extLst>
          </p:cNvPr>
          <p:cNvSpPr/>
          <p:nvPr/>
        </p:nvSpPr>
        <p:spPr>
          <a:xfrm>
            <a:off x="1286259" y="4347972"/>
            <a:ext cx="8503920" cy="27432"/>
          </a:xfrm>
          <a:prstGeom prst="rect">
            <a:avLst/>
          </a:prstGeom>
          <a:solidFill>
            <a:srgbClr val="B4B4B4"/>
          </a:solidFill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8DEE96-350F-44D8-84CF-61557458D2BF}"/>
              </a:ext>
            </a:extLst>
          </p:cNvPr>
          <p:cNvSpPr txBox="1"/>
          <p:nvPr/>
        </p:nvSpPr>
        <p:spPr>
          <a:xfrm>
            <a:off x="10993630" y="4361688"/>
            <a:ext cx="354586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960000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960000"/>
                </a:solidFill>
                <a:uFillTx/>
                <a:latin typeface="Calibri"/>
              </a:rPr>
              <a:t>V2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33C87DD-216B-FE65-4ACA-BF8D353E709E}"/>
              </a:ext>
            </a:extLst>
          </p:cNvPr>
          <p:cNvSpPr/>
          <p:nvPr/>
        </p:nvSpPr>
        <p:spPr>
          <a:xfrm>
            <a:off x="1203963" y="4498848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Batterie portable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96E8E3FA-4560-A6E5-673A-5F17FD2D5DF9}"/>
              </a:ext>
            </a:extLst>
          </p:cNvPr>
          <p:cNvSpPr/>
          <p:nvPr/>
        </p:nvSpPr>
        <p:spPr>
          <a:xfrm>
            <a:off x="1203963" y="5138927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Auto-calibration moteurs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B08E7D1-4353-DE69-0C3C-B81169ED59CD}"/>
              </a:ext>
            </a:extLst>
          </p:cNvPr>
          <p:cNvSpPr/>
          <p:nvPr/>
        </p:nvSpPr>
        <p:spPr>
          <a:xfrm>
            <a:off x="2849883" y="4498848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Correction orientation auto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8172B7E-233F-B6E3-E97D-33F14EABEEB8}"/>
              </a:ext>
            </a:extLst>
          </p:cNvPr>
          <p:cNvSpPr/>
          <p:nvPr/>
        </p:nvSpPr>
        <p:spPr>
          <a:xfrm>
            <a:off x="2849883" y="5138927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Erreurs de placement guidées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7800F40-4BF0-F1BD-1F52-B850428A74D2}"/>
              </a:ext>
            </a:extLst>
          </p:cNvPr>
          <p:cNvSpPr/>
          <p:nvPr/>
        </p:nvSpPr>
        <p:spPr>
          <a:xfrm>
            <a:off x="4404363" y="4498848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Amélioration détection couleur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3C131E4-5C20-D6AF-6AB0-55B6CE1A86D8}"/>
              </a:ext>
            </a:extLst>
          </p:cNvPr>
          <p:cNvSpPr/>
          <p:nvPr/>
        </p:nvSpPr>
        <p:spPr>
          <a:xfrm>
            <a:off x="4404363" y="5138927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Tolérance luminosité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FB4DC63-DD34-E9B0-ACFF-C323B325DBB7}"/>
              </a:ext>
            </a:extLst>
          </p:cNvPr>
          <p:cNvSpPr/>
          <p:nvPr/>
        </p:nvSpPr>
        <p:spPr>
          <a:xfrm>
            <a:off x="6050283" y="4498848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Optimisation mouvements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A00F12E-6265-0B44-E80F-C3A53FEF5CAD}"/>
              </a:ext>
            </a:extLst>
          </p:cNvPr>
          <p:cNvSpPr/>
          <p:nvPr/>
        </p:nvSpPr>
        <p:spPr>
          <a:xfrm>
            <a:off x="6050283" y="5138927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Mode vitesse record</a:t>
            </a:r>
          </a:p>
        </p:txBody>
      </p:sp>
      <p:sp>
        <p:nvSpPr>
          <p:cNvPr id="38" name="Rounded Rectangle 38">
            <a:extLst>
              <a:ext uri="{FF2B5EF4-FFF2-40B4-BE49-F238E27FC236}">
                <a16:creationId xmlns:a16="http://schemas.microsoft.com/office/drawing/2014/main" id="{DF75C67A-96FB-5B62-3822-A2CC6A1F5766}"/>
              </a:ext>
            </a:extLst>
          </p:cNvPr>
          <p:cNvSpPr/>
          <p:nvPr/>
        </p:nvSpPr>
        <p:spPr>
          <a:xfrm>
            <a:off x="7661894" y="4507992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Affichage temps réel des étapes</a:t>
            </a:r>
          </a:p>
        </p:txBody>
      </p:sp>
      <p:sp>
        <p:nvSpPr>
          <p:cNvPr id="39" name="Rounded Rectangle 39">
            <a:extLst>
              <a:ext uri="{FF2B5EF4-FFF2-40B4-BE49-F238E27FC236}">
                <a16:creationId xmlns:a16="http://schemas.microsoft.com/office/drawing/2014/main" id="{E980DF62-B917-38B1-9D2B-8EAC6D63B8AA}"/>
              </a:ext>
            </a:extLst>
          </p:cNvPr>
          <p:cNvSpPr/>
          <p:nvPr/>
        </p:nvSpPr>
        <p:spPr>
          <a:xfrm>
            <a:off x="9159243" y="5193792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Stats résolution</a:t>
            </a:r>
          </a:p>
        </p:txBody>
      </p:sp>
      <p:sp>
        <p:nvSpPr>
          <p:cNvPr id="40" name="Rounded Rectangle 40">
            <a:extLst>
              <a:ext uri="{FF2B5EF4-FFF2-40B4-BE49-F238E27FC236}">
                <a16:creationId xmlns:a16="http://schemas.microsoft.com/office/drawing/2014/main" id="{9AC3B89E-41C4-F611-C1C9-D5A7A4CE1809}"/>
              </a:ext>
            </a:extLst>
          </p:cNvPr>
          <p:cNvSpPr/>
          <p:nvPr/>
        </p:nvSpPr>
        <p:spPr>
          <a:xfrm>
            <a:off x="9159243" y="4507992"/>
            <a:ext cx="1463040" cy="548640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*/ 5419351 1 1725033"/>
              <a:gd name="f8" fmla="val 45"/>
              <a:gd name="f9" fmla="val 3600"/>
              <a:gd name="f10" fmla="abs f3"/>
              <a:gd name="f11" fmla="abs f4"/>
              <a:gd name="f12" fmla="abs f5"/>
              <a:gd name="f13" fmla="*/ f7 1 180"/>
              <a:gd name="f14" fmla="+- 0 0 f1"/>
              <a:gd name="f15" fmla="+- f6 f9 0"/>
              <a:gd name="f16" fmla="?: f10 f3 1"/>
              <a:gd name="f17" fmla="?: f11 f4 1"/>
              <a:gd name="f18" fmla="?: f12 f5 1"/>
              <a:gd name="f19" fmla="*/ f8 f13 1"/>
              <a:gd name="f20" fmla="+- f6 0 f15"/>
              <a:gd name="f21" fmla="+- f15 0 f6"/>
              <a:gd name="f22" fmla="*/ f16 1 21600"/>
              <a:gd name="f23" fmla="*/ f17 1 21600"/>
              <a:gd name="f24" fmla="*/ 21600 f16 1"/>
              <a:gd name="f25" fmla="*/ 21600 f17 1"/>
              <a:gd name="f26" fmla="+- 0 0 f19"/>
              <a:gd name="f27" fmla="abs f20"/>
              <a:gd name="f28" fmla="abs f21"/>
              <a:gd name="f29" fmla="?: f20 f14 f1"/>
              <a:gd name="f30" fmla="?: f20 f1 f14"/>
              <a:gd name="f31" fmla="?: f20 f2 f1"/>
              <a:gd name="f32" fmla="?: f20 f1 f2"/>
              <a:gd name="f33" fmla="?: f21 f14 f1"/>
              <a:gd name="f34" fmla="?: f21 f1 f14"/>
              <a:gd name="f35" fmla="?: f20 0 f0"/>
              <a:gd name="f36" fmla="?: f20 f0 0"/>
              <a:gd name="f37" fmla="min f23 f22"/>
              <a:gd name="f38" fmla="*/ f24 1 f18"/>
              <a:gd name="f39" fmla="*/ f25 1 f18"/>
              <a:gd name="f40" fmla="*/ f26 f0 1"/>
              <a:gd name="f41" fmla="?: f20 f32 f31"/>
              <a:gd name="f42" fmla="?: f20 f31 f32"/>
              <a:gd name="f43" fmla="?: f21 f30 f29"/>
              <a:gd name="f44" fmla="val f38"/>
              <a:gd name="f45" fmla="val f39"/>
              <a:gd name="f46" fmla="*/ f40 1 f7"/>
              <a:gd name="f47" fmla="?: f21 f42 f41"/>
              <a:gd name="f48" fmla="*/ f15 f37 1"/>
              <a:gd name="f49" fmla="*/ f6 f37 1"/>
              <a:gd name="f50" fmla="*/ f27 f37 1"/>
              <a:gd name="f51" fmla="*/ f28 f37 1"/>
              <a:gd name="f52" fmla="+- f45 0 f9"/>
              <a:gd name="f53" fmla="+- f44 0 f9"/>
              <a:gd name="f54" fmla="+- f46 0 f1"/>
              <a:gd name="f55" fmla="*/ f45 f37 1"/>
              <a:gd name="f56" fmla="*/ f44 f37 1"/>
              <a:gd name="f57" fmla="+- f45 0 f52"/>
              <a:gd name="f58" fmla="+- f44 0 f53"/>
              <a:gd name="f59" fmla="+- f52 0 f45"/>
              <a:gd name="f60" fmla="+- f53 0 f44"/>
              <a:gd name="f61" fmla="+- f54 f1 0"/>
              <a:gd name="f62" fmla="*/ f52 f37 1"/>
              <a:gd name="f63" fmla="*/ f53 f37 1"/>
              <a:gd name="f64" fmla="abs f57"/>
              <a:gd name="f65" fmla="?: f57 0 f0"/>
              <a:gd name="f66" fmla="?: f57 f0 0"/>
              <a:gd name="f67" fmla="?: f57 f33 f34"/>
              <a:gd name="f68" fmla="abs f58"/>
              <a:gd name="f69" fmla="abs f59"/>
              <a:gd name="f70" fmla="?: f58 f14 f1"/>
              <a:gd name="f71" fmla="?: f58 f1 f14"/>
              <a:gd name="f72" fmla="?: f58 f2 f1"/>
              <a:gd name="f73" fmla="?: f58 f1 f2"/>
              <a:gd name="f74" fmla="abs f60"/>
              <a:gd name="f75" fmla="?: f60 f14 f1"/>
              <a:gd name="f76" fmla="?: f60 f1 f14"/>
              <a:gd name="f77" fmla="?: f60 f36 f35"/>
              <a:gd name="f78" fmla="?: f60 f35 f36"/>
              <a:gd name="f79" fmla="*/ f61 f7 1"/>
              <a:gd name="f80" fmla="?: f21 f66 f65"/>
              <a:gd name="f81" fmla="?: f21 f65 f66"/>
              <a:gd name="f82" fmla="?: f58 f73 f72"/>
              <a:gd name="f83" fmla="?: f58 f72 f73"/>
              <a:gd name="f84" fmla="?: f59 f71 f70"/>
              <a:gd name="f85" fmla="?: f20 f77 f78"/>
              <a:gd name="f86" fmla="?: f20 f75 f76"/>
              <a:gd name="f87" fmla="*/ f79 1 f0"/>
              <a:gd name="f88" fmla="*/ f64 f37 1"/>
              <a:gd name="f89" fmla="*/ f68 f37 1"/>
              <a:gd name="f90" fmla="*/ f69 f37 1"/>
              <a:gd name="f91" fmla="*/ f74 f37 1"/>
              <a:gd name="f92" fmla="?: f57 f80 f81"/>
              <a:gd name="f93" fmla="?: f59 f83 f82"/>
              <a:gd name="f94" fmla="+- 0 0 f87"/>
              <a:gd name="f95" fmla="+- 0 0 f94"/>
              <a:gd name="f96" fmla="*/ f95 f0 1"/>
              <a:gd name="f97" fmla="*/ f96 1 f7"/>
              <a:gd name="f98" fmla="+- f97 0 f1"/>
              <a:gd name="f99" fmla="cos 1 f98"/>
              <a:gd name="f100" fmla="+- 0 0 f99"/>
              <a:gd name="f101" fmla="+- 0 0 f100"/>
              <a:gd name="f102" fmla="val f101"/>
              <a:gd name="f103" fmla="+- 0 0 f102"/>
              <a:gd name="f104" fmla="*/ f9 f103 1"/>
              <a:gd name="f105" fmla="*/ f104 3163 1"/>
              <a:gd name="f106" fmla="*/ f105 1 7636"/>
              <a:gd name="f107" fmla="+- f6 f106 0"/>
              <a:gd name="f108" fmla="+- f44 0 f106"/>
              <a:gd name="f109" fmla="+- f45 0 f106"/>
              <a:gd name="f110" fmla="*/ f107 f37 1"/>
              <a:gd name="f111" fmla="*/ f108 f37 1"/>
              <a:gd name="f112" fmla="*/ f109 f3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0" t="f110" r="f111" b="f112"/>
            <a:pathLst>
              <a:path>
                <a:moveTo>
                  <a:pt x="f48" y="f49"/>
                </a:moveTo>
                <a:arcTo wR="f50" hR="f51" stAng="f47" swAng="f43"/>
                <a:lnTo>
                  <a:pt x="f49" y="f62"/>
                </a:lnTo>
                <a:arcTo wR="f51" hR="f88" stAng="f92" swAng="f67"/>
                <a:lnTo>
                  <a:pt x="f63" y="f55"/>
                </a:lnTo>
                <a:arcTo wR="f89" hR="f90" stAng="f93" swAng="f84"/>
                <a:lnTo>
                  <a:pt x="f56" y="f48"/>
                </a:lnTo>
                <a:arcTo wR="f91" hR="f50" stAng="f85" swAng="f86"/>
                <a:close/>
              </a:path>
            </a:pathLst>
          </a:custGeom>
          <a:solidFill>
            <a:srgbClr val="FFFADC"/>
          </a:solidFill>
          <a:ln w="9528" cap="flat">
            <a:solidFill>
              <a:srgbClr val="505050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1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1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Interface tactile / mobile</a:t>
            </a:r>
          </a:p>
        </p:txBody>
      </p:sp>
      <p:sp>
        <p:nvSpPr>
          <p:cNvPr id="41" name="Down Arrow 41">
            <a:extLst>
              <a:ext uri="{FF2B5EF4-FFF2-40B4-BE49-F238E27FC236}">
                <a16:creationId xmlns:a16="http://schemas.microsoft.com/office/drawing/2014/main" id="{EF4EC6E6-B2DD-D83D-F353-19F761623671}"/>
              </a:ext>
            </a:extLst>
          </p:cNvPr>
          <p:cNvSpPr/>
          <p:nvPr/>
        </p:nvSpPr>
        <p:spPr>
          <a:xfrm>
            <a:off x="838203" y="1773936"/>
            <a:ext cx="274320" cy="3840480"/>
          </a:xfrm>
          <a:custGeom>
            <a:avLst>
              <a:gd name="f0" fmla="val 20829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+- f8 0 f7"/>
              <a:gd name="f15" fmla="pin 0 f1 10800"/>
              <a:gd name="f16" fmla="pin 0 f0 216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19"/>
              <a:gd name="f27" fmla="+- 21600 0 f20"/>
              <a:gd name="f28" fmla="*/ 0 f21 1"/>
              <a:gd name="f29" fmla="*/ 21600 f21 1"/>
              <a:gd name="f30" fmla="*/ f19 f12 1"/>
              <a:gd name="f31" fmla="*/ f20 f13 1"/>
              <a:gd name="f32" fmla="+- f24 0 f3"/>
              <a:gd name="f33" fmla="+- f25 0 f3"/>
              <a:gd name="f34" fmla="*/ f27 f19 1"/>
              <a:gd name="f35" fmla="*/ f28 1 f21"/>
              <a:gd name="f36" fmla="*/ f29 1 f21"/>
              <a:gd name="f37" fmla="*/ f26 f12 1"/>
              <a:gd name="f38" fmla="*/ f34 1 10800"/>
              <a:gd name="f39" fmla="*/ f35 f13 1"/>
              <a:gd name="f40" fmla="*/ f35 f12 1"/>
              <a:gd name="f41" fmla="*/ f36 f12 1"/>
              <a:gd name="f42" fmla="+- f20 f38 0"/>
              <a:gd name="f43" fmla="*/ f42 f13 1"/>
            </a:gdLst>
            <a:ahLst>
              <a:ahXY gdRefX="f1" minX="f7" maxX="f9" gdRefY="f0" minY="f7" maxY="f8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0" y="f31"/>
              </a:cxn>
              <a:cxn ang="f33">
                <a:pos x="f41" y="f31"/>
              </a:cxn>
            </a:cxnLst>
            <a:rect l="f30" t="f39" r="f37" b="f43"/>
            <a:pathLst>
              <a:path w="21600" h="21600">
                <a:moveTo>
                  <a:pt x="f19" y="f7"/>
                </a:moveTo>
                <a:lnTo>
                  <a:pt x="f19" y="f20"/>
                </a:lnTo>
                <a:lnTo>
                  <a:pt x="f7" y="f20"/>
                </a:lnTo>
                <a:lnTo>
                  <a:pt x="f9" y="f8"/>
                </a:lnTo>
                <a:lnTo>
                  <a:pt x="f8" y="f20"/>
                </a:lnTo>
                <a:lnTo>
                  <a:pt x="f26" y="f20"/>
                </a:lnTo>
                <a:lnTo>
                  <a:pt x="f26" y="f7"/>
                </a:lnTo>
                <a:close/>
              </a:path>
            </a:pathLst>
          </a:custGeom>
          <a:solidFill>
            <a:srgbClr val="D2D2D2"/>
          </a:solidFill>
          <a:ln w="9528" cap="flat">
            <a:solidFill>
              <a:srgbClr val="787878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DFBE0119-4B00-8215-97FB-1298D33438A4}"/>
              </a:ext>
            </a:extLst>
          </p:cNvPr>
          <p:cNvSpPr txBox="1"/>
          <p:nvPr/>
        </p:nvSpPr>
        <p:spPr>
          <a:xfrm>
            <a:off x="543199" y="1436165"/>
            <a:ext cx="660754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200" b="1" i="0" u="none" strike="noStrike" kern="0" cap="none" spc="0" baseline="0">
                <a:solidFill>
                  <a:srgbClr val="5A5A5A"/>
                </a:solidFill>
                <a:uFillTx/>
              </a:defRPr>
            </a:pPr>
            <a:r>
              <a:rPr lang="fr-FR" sz="1200" b="1" i="0" u="none" strike="noStrike" kern="1200" cap="none" spc="0" baseline="0">
                <a:solidFill>
                  <a:srgbClr val="5A5A5A"/>
                </a:solidFill>
                <a:uFillTx/>
                <a:latin typeface="Calibri"/>
              </a:rPr>
              <a:t>Priority</a:t>
            </a:r>
          </a:p>
        </p:txBody>
      </p:sp>
      <p:sp>
        <p:nvSpPr>
          <p:cNvPr id="43" name="Flèche : bas 43">
            <a:extLst>
              <a:ext uri="{FF2B5EF4-FFF2-40B4-BE49-F238E27FC236}">
                <a16:creationId xmlns:a16="http://schemas.microsoft.com/office/drawing/2014/main" id="{48E59A95-0A21-ECB1-7B09-2BB6BFEE733C}"/>
              </a:ext>
            </a:extLst>
          </p:cNvPr>
          <p:cNvSpPr/>
          <p:nvPr/>
        </p:nvSpPr>
        <p:spPr>
          <a:xfrm>
            <a:off x="11067824" y="4681727"/>
            <a:ext cx="206178" cy="914400"/>
          </a:xfrm>
          <a:custGeom>
            <a:avLst>
              <a:gd name="f0" fmla="val 19165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+- f8 0 f7"/>
              <a:gd name="f15" fmla="pin 0 f1 10800"/>
              <a:gd name="f16" fmla="pin 0 f0 216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19"/>
              <a:gd name="f27" fmla="+- 21600 0 f20"/>
              <a:gd name="f28" fmla="*/ 0 f21 1"/>
              <a:gd name="f29" fmla="*/ 21600 f21 1"/>
              <a:gd name="f30" fmla="*/ f19 f12 1"/>
              <a:gd name="f31" fmla="*/ f20 f13 1"/>
              <a:gd name="f32" fmla="+- f24 0 f3"/>
              <a:gd name="f33" fmla="+- f25 0 f3"/>
              <a:gd name="f34" fmla="*/ f27 f19 1"/>
              <a:gd name="f35" fmla="*/ f28 1 f21"/>
              <a:gd name="f36" fmla="*/ f29 1 f21"/>
              <a:gd name="f37" fmla="*/ f26 f12 1"/>
              <a:gd name="f38" fmla="*/ f34 1 10800"/>
              <a:gd name="f39" fmla="*/ f35 f13 1"/>
              <a:gd name="f40" fmla="*/ f35 f12 1"/>
              <a:gd name="f41" fmla="*/ f36 f12 1"/>
              <a:gd name="f42" fmla="+- f20 f38 0"/>
              <a:gd name="f43" fmla="*/ f42 f13 1"/>
            </a:gdLst>
            <a:ahLst>
              <a:ahXY gdRefX="f1" minX="f7" maxX="f9" gdRefY="f0" minY="f7" maxY="f8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0" y="f31"/>
              </a:cxn>
              <a:cxn ang="f33">
                <a:pos x="f41" y="f31"/>
              </a:cxn>
            </a:cxnLst>
            <a:rect l="f30" t="f39" r="f37" b="f43"/>
            <a:pathLst>
              <a:path w="21600" h="21600">
                <a:moveTo>
                  <a:pt x="f19" y="f7"/>
                </a:moveTo>
                <a:lnTo>
                  <a:pt x="f19" y="f20"/>
                </a:lnTo>
                <a:lnTo>
                  <a:pt x="f7" y="f20"/>
                </a:lnTo>
                <a:lnTo>
                  <a:pt x="f9" y="f8"/>
                </a:lnTo>
                <a:lnTo>
                  <a:pt x="f8" y="f20"/>
                </a:lnTo>
                <a:lnTo>
                  <a:pt x="f26" y="f20"/>
                </a:lnTo>
                <a:lnTo>
                  <a:pt x="f26" y="f7"/>
                </a:lnTo>
                <a:close/>
              </a:path>
            </a:pathLst>
          </a:cu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8" cap="flat">
            <a:solidFill>
              <a:srgbClr val="4A7EBB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44" name="Flèche : bas 44">
            <a:extLst>
              <a:ext uri="{FF2B5EF4-FFF2-40B4-BE49-F238E27FC236}">
                <a16:creationId xmlns:a16="http://schemas.microsoft.com/office/drawing/2014/main" id="{14C1F60A-E09E-06BF-F044-A2FED9DFB4B7}"/>
              </a:ext>
            </a:extLst>
          </p:cNvPr>
          <p:cNvSpPr/>
          <p:nvPr/>
        </p:nvSpPr>
        <p:spPr>
          <a:xfrm>
            <a:off x="11032967" y="3145536"/>
            <a:ext cx="206178" cy="914400"/>
          </a:xfrm>
          <a:custGeom>
            <a:avLst>
              <a:gd name="f0" fmla="val 19165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+- f8 0 f7"/>
              <a:gd name="f15" fmla="pin 0 f1 10800"/>
              <a:gd name="f16" fmla="pin 0 f0 21600"/>
              <a:gd name="f17" fmla="*/ f10 f2 1"/>
              <a:gd name="f18" fmla="*/ f11 f2 1"/>
              <a:gd name="f19" fmla="val f15"/>
              <a:gd name="f20" fmla="val f16"/>
              <a:gd name="f21" fmla="*/ f14 1 21600"/>
              <a:gd name="f22" fmla="*/ f15 f12 1"/>
              <a:gd name="f23" fmla="*/ f16 f13 1"/>
              <a:gd name="f24" fmla="*/ f17 1 f4"/>
              <a:gd name="f25" fmla="*/ f18 1 f4"/>
              <a:gd name="f26" fmla="+- 21600 0 f19"/>
              <a:gd name="f27" fmla="+- 21600 0 f20"/>
              <a:gd name="f28" fmla="*/ 0 f21 1"/>
              <a:gd name="f29" fmla="*/ 21600 f21 1"/>
              <a:gd name="f30" fmla="*/ f19 f12 1"/>
              <a:gd name="f31" fmla="*/ f20 f13 1"/>
              <a:gd name="f32" fmla="+- f24 0 f3"/>
              <a:gd name="f33" fmla="+- f25 0 f3"/>
              <a:gd name="f34" fmla="*/ f27 f19 1"/>
              <a:gd name="f35" fmla="*/ f28 1 f21"/>
              <a:gd name="f36" fmla="*/ f29 1 f21"/>
              <a:gd name="f37" fmla="*/ f26 f12 1"/>
              <a:gd name="f38" fmla="*/ f34 1 10800"/>
              <a:gd name="f39" fmla="*/ f35 f13 1"/>
              <a:gd name="f40" fmla="*/ f35 f12 1"/>
              <a:gd name="f41" fmla="*/ f36 f12 1"/>
              <a:gd name="f42" fmla="+- f20 f38 0"/>
              <a:gd name="f43" fmla="*/ f42 f13 1"/>
            </a:gdLst>
            <a:ahLst>
              <a:ahXY gdRefX="f1" minX="f7" maxX="f9" gdRefY="f0" minY="f7" maxY="f8">
                <a:pos x="f22" y="f23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0" y="f31"/>
              </a:cxn>
              <a:cxn ang="f33">
                <a:pos x="f41" y="f31"/>
              </a:cxn>
            </a:cxnLst>
            <a:rect l="f30" t="f39" r="f37" b="f43"/>
            <a:pathLst>
              <a:path w="21600" h="21600">
                <a:moveTo>
                  <a:pt x="f19" y="f7"/>
                </a:moveTo>
                <a:lnTo>
                  <a:pt x="f19" y="f20"/>
                </a:lnTo>
                <a:lnTo>
                  <a:pt x="f7" y="f20"/>
                </a:lnTo>
                <a:lnTo>
                  <a:pt x="f9" y="f8"/>
                </a:lnTo>
                <a:lnTo>
                  <a:pt x="f8" y="f20"/>
                </a:lnTo>
                <a:lnTo>
                  <a:pt x="f26" y="f20"/>
                </a:lnTo>
                <a:lnTo>
                  <a:pt x="f26" y="f7"/>
                </a:lnTo>
                <a:close/>
              </a:path>
            </a:pathLst>
          </a:custGeom>
          <a:gradFill>
            <a:gsLst>
              <a:gs pos="0">
                <a:srgbClr val="3F80CD"/>
              </a:gs>
              <a:gs pos="100000">
                <a:srgbClr val="9BC1FF"/>
              </a:gs>
            </a:gsLst>
            <a:lin ang="16200000"/>
          </a:gradFill>
          <a:ln w="9528" cap="flat">
            <a:solidFill>
              <a:srgbClr val="4A7EBB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2">
            <a:extLst>
              <a:ext uri="{FF2B5EF4-FFF2-40B4-BE49-F238E27FC236}">
                <a16:creationId xmlns:a16="http://schemas.microsoft.com/office/drawing/2014/main" id="{35CD9D3A-857D-70B3-2FB8-EC0A940DE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360" y="444928"/>
            <a:ext cx="5402348" cy="3291840"/>
          </a:xfrm>
        </p:spPr>
        <p:txBody>
          <a:bodyPr/>
          <a:lstStyle/>
          <a:p>
            <a:endParaRPr lang="fr-FR"/>
          </a:p>
        </p:txBody>
      </p:sp>
      <p:pic>
        <p:nvPicPr>
          <p:cNvPr id="3" name="Image 14">
            <a:extLst>
              <a:ext uri="{FF2B5EF4-FFF2-40B4-BE49-F238E27FC236}">
                <a16:creationId xmlns:a16="http://schemas.microsoft.com/office/drawing/2014/main" id="{3AE6E1E9-9B0C-CFC2-EDA3-100EBF769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6" cy="694572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Image 18">
            <a:extLst>
              <a:ext uri="{FF2B5EF4-FFF2-40B4-BE49-F238E27FC236}">
                <a16:creationId xmlns:a16="http://schemas.microsoft.com/office/drawing/2014/main" id="{EA5C1875-B9AD-3F1F-E938-A80E2FCED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12" y="742611"/>
            <a:ext cx="2840784" cy="620312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8">
            <a:extLst>
              <a:ext uri="{FF2B5EF4-FFF2-40B4-BE49-F238E27FC236}">
                <a16:creationId xmlns:a16="http://schemas.microsoft.com/office/drawing/2014/main" id="{DD66B8E1-F059-F546-E200-766030A595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050825" cy="3291840"/>
          </a:xfrm>
        </p:spPr>
        <p:txBody>
          <a:bodyPr/>
          <a:lstStyle/>
          <a:p>
            <a:pPr marL="283464" lvl="0">
              <a:lnSpc>
                <a:spcPct val="60000"/>
              </a:lnSpc>
              <a:spcBef>
                <a:spcPts val="2200"/>
              </a:spcBef>
            </a:pPr>
            <a:r>
              <a:rPr lang="fr-FR">
                <a:solidFill>
                  <a:srgbClr val="5D7D40"/>
                </a:solidFill>
              </a:rPr>
              <a:t>Ce que nous avons développé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1AF83A89-02B9-22C9-76F1-FEBBDB4231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pPr lvl="0"/>
            <a:r>
              <a:rPr lang="fr-FR" sz="3600" dirty="0"/>
              <a:t>[ALGO] Travaux effectués durant la période</a:t>
            </a:r>
          </a:p>
        </p:txBody>
      </p:sp>
      <p:sp>
        <p:nvSpPr>
          <p:cNvPr id="3" name="Espace réservé du contenu 7">
            <a:extLst>
              <a:ext uri="{FF2B5EF4-FFF2-40B4-BE49-F238E27FC236}">
                <a16:creationId xmlns:a16="http://schemas.microsoft.com/office/drawing/2014/main" id="{5D23D2F0-6AD6-C9EB-77A3-C56BE2EC309A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Aptos Display"/>
              <a:buAutoNum type="arabicPeriod"/>
            </a:pPr>
            <a:r>
              <a:rPr lang="fr-FR" dirty="0"/>
              <a:t>Recherche des algorithmes optimaux pour résoudre un Rubik’s cube 3x3 et choix du langage</a:t>
            </a:r>
          </a:p>
          <a:p>
            <a:pPr marL="514350" lvl="0" indent="-514350">
              <a:buFont typeface="Aptos Display"/>
              <a:buAutoNum type="arabicPeriod"/>
            </a:pPr>
            <a:r>
              <a:rPr lang="fr-FR" dirty="0"/>
              <a:t>Recherche de la meilleure implémentation du solveur en python</a:t>
            </a:r>
          </a:p>
          <a:p>
            <a:pPr marL="514350" lvl="0" indent="-514350">
              <a:buFont typeface="Aptos Display"/>
              <a:buAutoNum type="arabicPeriod"/>
            </a:pPr>
            <a:r>
              <a:rPr lang="fr-FR" dirty="0"/>
              <a:t>Description de la logique du pipeline</a:t>
            </a:r>
          </a:p>
          <a:p>
            <a:pPr marL="514350" lvl="0" indent="-514350">
              <a:buFont typeface="Aptos Display"/>
              <a:buAutoNum type="arabicPeriod"/>
            </a:pPr>
            <a:r>
              <a:rPr lang="fr-FR" dirty="0"/>
              <a:t>Premières implémentations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5E82D888-CCC8-D5AF-BC2C-D5EAE91D8F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pPr lvl="0"/>
            <a:r>
              <a:rPr lang="fr-FR" sz="3600" dirty="0"/>
              <a:t>[ALGO1] Phase de recherche des algorithmes</a:t>
            </a:r>
          </a:p>
        </p:txBody>
      </p:sp>
      <p:sp>
        <p:nvSpPr>
          <p:cNvPr id="3" name="Espace réservé du contenu 7">
            <a:extLst>
              <a:ext uri="{FF2B5EF4-FFF2-40B4-BE49-F238E27FC236}">
                <a16:creationId xmlns:a16="http://schemas.microsoft.com/office/drawing/2014/main" id="{FE06ACFD-5272-3123-4E2C-D505F58C1D2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7541340" cy="4525959"/>
          </a:xfrm>
        </p:spPr>
        <p:txBody>
          <a:bodyPr/>
          <a:lstStyle/>
          <a:p>
            <a:pPr lvl="0">
              <a:lnSpc>
                <a:spcPct val="80000"/>
              </a:lnSpc>
            </a:pPr>
            <a:r>
              <a:rPr lang="fr-FR" sz="2000" dirty="0"/>
              <a:t>La recherche a exploré les principaux algorithmes de résolution du Rubik’s Cube (</a:t>
            </a:r>
            <a:r>
              <a:rPr lang="fr-FR" sz="2000" dirty="0" err="1"/>
              <a:t>Thistlethwaite</a:t>
            </a:r>
            <a:r>
              <a:rPr lang="fr-FR" sz="2000" dirty="0"/>
              <a:t>, </a:t>
            </a:r>
            <a:r>
              <a:rPr lang="fr-FR" sz="2000" dirty="0" err="1"/>
              <a:t>Kociemba</a:t>
            </a:r>
            <a:r>
              <a:rPr lang="fr-FR" sz="2000" dirty="0"/>
              <a:t>, IDA*, Min2Phase</a:t>
            </a:r>
            <a:r>
              <a:rPr lang="fr-FR" sz="2000"/>
              <a:t>) afin d’identifier </a:t>
            </a:r>
            <a:r>
              <a:rPr lang="fr-FR" sz="2000" dirty="0"/>
              <a:t>celui qui convient le mieux pour un robot sur Raspberry Pi.</a:t>
            </a:r>
          </a:p>
          <a:p>
            <a:pPr lvl="0">
              <a:lnSpc>
                <a:spcPct val="80000"/>
              </a:lnSpc>
            </a:pPr>
            <a:r>
              <a:rPr lang="fr-FR" sz="2000" dirty="0" err="1"/>
              <a:t>Thistlethwaite</a:t>
            </a:r>
            <a:r>
              <a:rPr lang="fr-FR" sz="2000" dirty="0"/>
              <a:t> et IDA* sont intéressants théoriquement mais trop lourds en pratique.</a:t>
            </a:r>
          </a:p>
          <a:p>
            <a:pPr lvl="0">
              <a:lnSpc>
                <a:spcPct val="80000"/>
              </a:lnSpc>
            </a:pPr>
            <a:r>
              <a:rPr lang="fr-FR" sz="2000" dirty="0" err="1"/>
              <a:t>Kociemba</a:t>
            </a:r>
            <a:r>
              <a:rPr lang="fr-FR" sz="2000" dirty="0"/>
              <a:t> (1992) propose une résolution en deux phases efficace (≤30 coups, ~22–25 en moyenne).</a:t>
            </a:r>
          </a:p>
          <a:p>
            <a:pPr lvl="0">
              <a:lnSpc>
                <a:spcPct val="80000"/>
              </a:lnSpc>
            </a:pPr>
            <a:r>
              <a:rPr lang="fr-FR" sz="2000" dirty="0"/>
              <a:t>Min2Phase (2000) est une version optimisée de </a:t>
            </a:r>
            <a:r>
              <a:rPr lang="fr-FR" sz="2000" dirty="0" err="1"/>
              <a:t>Kociemba</a:t>
            </a:r>
            <a:r>
              <a:rPr lang="fr-FR" sz="2000" dirty="0"/>
              <a:t>, plus rapide et produisant des solutions encore plus courtes (~21–23).</a:t>
            </a:r>
          </a:p>
          <a:p>
            <a:pPr lvl="0">
              <a:lnSpc>
                <a:spcPct val="80000"/>
              </a:lnSpc>
            </a:pPr>
            <a:r>
              <a:rPr lang="fr-FR" sz="2000" b="1" dirty="0"/>
              <a:t>Conclusion :</a:t>
            </a:r>
            <a:r>
              <a:rPr lang="fr-FR" sz="2000" dirty="0"/>
              <a:t> pour un usage pratique et embarqué, il est recommandé d’utiliser </a:t>
            </a:r>
            <a:r>
              <a:rPr lang="fr-FR" sz="2000" b="1" dirty="0" err="1"/>
              <a:t>Kociemba</a:t>
            </a:r>
            <a:r>
              <a:rPr lang="fr-FR" sz="2000" dirty="0"/>
              <a:t> ou, mieux encore, </a:t>
            </a:r>
            <a:r>
              <a:rPr lang="fr-FR" sz="2000" b="1" dirty="0"/>
              <a:t>Min2Phase</a:t>
            </a:r>
            <a:r>
              <a:rPr lang="fr-FR" sz="2000" dirty="0"/>
              <a:t>, car ils sont rapides, fiables et déjà disponibles en bibliothèques Python adaptées au Raspberry Pi.</a:t>
            </a:r>
          </a:p>
          <a:p>
            <a:pPr lvl="0">
              <a:lnSpc>
                <a:spcPct val="80000"/>
              </a:lnSpc>
            </a:pPr>
            <a:r>
              <a:rPr lang="fr-FR" sz="2000" dirty="0"/>
              <a:t>Tous les solveurs sont basés sur la notation </a:t>
            </a:r>
            <a:r>
              <a:rPr lang="fr-FR" sz="2000" dirty="0" err="1"/>
              <a:t>Singmaster</a:t>
            </a:r>
            <a:r>
              <a:rPr lang="fr-FR" sz="2000" dirty="0"/>
              <a:t> permettant de décrire les mouvements d’un Rubik’s </a:t>
            </a:r>
            <a:r>
              <a:rPr lang="fr-FR" sz="2000" dirty="0" err="1"/>
              <a:t>cibe</a:t>
            </a:r>
            <a:endParaRPr lang="fr-FR" sz="2000" dirty="0"/>
          </a:p>
        </p:txBody>
      </p:sp>
      <p:pic>
        <p:nvPicPr>
          <p:cNvPr id="4" name="Image 1" descr="notacion 3x3-1">
            <a:extLst>
              <a:ext uri="{FF2B5EF4-FFF2-40B4-BE49-F238E27FC236}">
                <a16:creationId xmlns:a16="http://schemas.microsoft.com/office/drawing/2014/main" id="{26AED279-EB5B-C60B-5028-9A4EA96790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23" b="5969"/>
          <a:stretch>
            <a:fillRect/>
          </a:stretch>
        </p:blipFill>
        <p:spPr>
          <a:xfrm>
            <a:off x="8346469" y="1168530"/>
            <a:ext cx="2755260" cy="24193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2" descr="3x3-1">
            <a:extLst>
              <a:ext uri="{FF2B5EF4-FFF2-40B4-BE49-F238E27FC236}">
                <a16:creationId xmlns:a16="http://schemas.microsoft.com/office/drawing/2014/main" id="{4A6DDC5A-257A-4088-32DF-ADE2114D94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09" b="8042"/>
          <a:stretch>
            <a:fillRect/>
          </a:stretch>
        </p:blipFill>
        <p:spPr>
          <a:xfrm>
            <a:off x="8762841" y="3863175"/>
            <a:ext cx="1666878" cy="263398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F4C897DF-13DF-F3EF-9715-4E9041B8BB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pPr lvl="0"/>
            <a:r>
              <a:rPr lang="fr-FR" sz="3600" dirty="0"/>
              <a:t>[ALGO2] Recherche du meilleur solveur python</a:t>
            </a:r>
          </a:p>
        </p:txBody>
      </p:sp>
      <p:sp>
        <p:nvSpPr>
          <p:cNvPr id="3" name="Espace réservé du contenu 7">
            <a:extLst>
              <a:ext uri="{FF2B5EF4-FFF2-40B4-BE49-F238E27FC236}">
                <a16:creationId xmlns:a16="http://schemas.microsoft.com/office/drawing/2014/main" id="{D4020340-A5E0-0EBB-FB9A-9DAC46FB4CA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8829364" cy="2490020"/>
          </a:xfrm>
        </p:spPr>
        <p:txBody>
          <a:bodyPr/>
          <a:lstStyle/>
          <a:p>
            <a:pPr lvl="0"/>
            <a:r>
              <a:rPr lang="fr-FR" sz="1800" dirty="0"/>
              <a:t>Les solveurs Min2Phase sont très rares en python</a:t>
            </a:r>
          </a:p>
          <a:p>
            <a:pPr lvl="0"/>
            <a:r>
              <a:rPr lang="fr-FR" sz="1800" dirty="0"/>
              <a:t>Le solveurs </a:t>
            </a:r>
            <a:r>
              <a:rPr lang="fr-FR" sz="1800" dirty="0" err="1"/>
              <a:t>Kociemba</a:t>
            </a:r>
            <a:r>
              <a:rPr lang="fr-FR" sz="1800" dirty="0"/>
              <a:t> sont les plus répandus et documentés. Il existe de nombreuses librairies python</a:t>
            </a:r>
          </a:p>
          <a:p>
            <a:pPr lvl="0"/>
            <a:r>
              <a:rPr lang="fr-FR" sz="1800" dirty="0"/>
              <a:t>Tous les solveurs </a:t>
            </a:r>
            <a:r>
              <a:rPr lang="fr-FR" sz="1800" dirty="0" err="1"/>
              <a:t>Kociemba</a:t>
            </a:r>
            <a:r>
              <a:rPr lang="fr-FR" sz="1800" dirty="0"/>
              <a:t> sont basés sur un encodage de l’état initial d’un cube qui correspond à 6 face x 9 cellules = 54 caractères. Ils sont performant pour </a:t>
            </a:r>
            <a:r>
              <a:rPr lang="fr-FR" sz="1800" dirty="0" err="1"/>
              <a:t>rapsberry</a:t>
            </a:r>
            <a:endParaRPr lang="fr-FR" sz="1800" dirty="0"/>
          </a:p>
          <a:p>
            <a:pPr lvl="0"/>
            <a:r>
              <a:rPr lang="fr-FR" sz="1800" dirty="0"/>
              <a:t>Le choix s’est porté sur deux solveurs célèbres </a:t>
            </a:r>
            <a:r>
              <a:rPr lang="fr-FR" sz="1800" dirty="0" err="1"/>
              <a:t>Kociemba</a:t>
            </a:r>
            <a:r>
              <a:rPr lang="fr-FR" sz="1800" dirty="0"/>
              <a:t> : </a:t>
            </a:r>
            <a:r>
              <a:rPr lang="fr-FR" sz="1800" dirty="0" err="1"/>
              <a:t>Kociemba</a:t>
            </a:r>
            <a:r>
              <a:rPr lang="fr-FR" sz="1800" dirty="0"/>
              <a:t> et </a:t>
            </a:r>
            <a:r>
              <a:rPr lang="fr-FR" sz="1800" dirty="0" err="1"/>
              <a:t>twophase.solver</a:t>
            </a:r>
            <a:r>
              <a:rPr lang="fr-FR" sz="1800" dirty="0"/>
              <a:t> </a:t>
            </a:r>
          </a:p>
          <a:p>
            <a:pPr lvl="0"/>
            <a:endParaRPr lang="fr-FR" sz="1800" dirty="0"/>
          </a:p>
        </p:txBody>
      </p:sp>
      <p:sp>
        <p:nvSpPr>
          <p:cNvPr id="4" name="ZoneTexte 1">
            <a:extLst>
              <a:ext uri="{FF2B5EF4-FFF2-40B4-BE49-F238E27FC236}">
                <a16:creationId xmlns:a16="http://schemas.microsoft.com/office/drawing/2014/main" id="{7B355CD4-5BD7-C378-4C16-4DF4077B20EA}"/>
              </a:ext>
            </a:extLst>
          </p:cNvPr>
          <p:cNvSpPr txBox="1"/>
          <p:nvPr/>
        </p:nvSpPr>
        <p:spPr>
          <a:xfrm>
            <a:off x="1524003" y="4090220"/>
            <a:ext cx="8141113" cy="1061883"/>
          </a:xfrm>
          <a:prstGeom prst="rect">
            <a:avLst/>
          </a:prstGeom>
          <a:solidFill>
            <a:srgbClr val="A6A6A6"/>
          </a:solidFill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cube = "UUUUUUUUURRRRRRRRRFFFFFFFFFDDDDDDDDDLLLLLLLLLBBBBBBBBB"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print("État initial :", cube)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solution = kociemba.solve(cube_state)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    print("Solution trouvée :", solution)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1F7DB99F-0A05-E150-BDB7-02967270AA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r>
              <a:rPr lang="fr-FR" sz="3600" dirty="0"/>
              <a:t>[ALGO3] Description de la logique du pipeline</a:t>
            </a:r>
          </a:p>
        </p:txBody>
      </p:sp>
      <p:sp>
        <p:nvSpPr>
          <p:cNvPr id="3" name="Espace réservé du contenu 7">
            <a:extLst>
              <a:ext uri="{FF2B5EF4-FFF2-40B4-BE49-F238E27FC236}">
                <a16:creationId xmlns:a16="http://schemas.microsoft.com/office/drawing/2014/main" id="{BA1102D5-38B3-18F2-7FC1-1ABC57D8D55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6363583" cy="4723909"/>
          </a:xfrm>
        </p:spPr>
        <p:txBody>
          <a:bodyPr/>
          <a:lstStyle/>
          <a:p>
            <a:pPr lvl="0"/>
            <a:r>
              <a:rPr lang="fr-FR" sz="2400" dirty="0"/>
              <a:t>La logique la plus importante est la logique d’implémentation d’un robot. Elle suit un pipeline.</a:t>
            </a:r>
          </a:p>
          <a:p>
            <a:pPr lvl="0"/>
            <a:r>
              <a:rPr lang="fr-FR" sz="2400" dirty="0"/>
              <a:t>Chacune des fonctions doit être développée :</a:t>
            </a:r>
          </a:p>
          <a:p>
            <a:pPr marL="800100" lvl="1" indent="-342900">
              <a:buFont typeface="Aptos Display"/>
              <a:buAutoNum type="arabicPeriod"/>
            </a:pPr>
            <a:r>
              <a:rPr lang="fr-FR" sz="1800" dirty="0" err="1"/>
              <a:t>capture_all_faces</a:t>
            </a:r>
            <a:r>
              <a:rPr lang="fr-FR" sz="1800" dirty="0"/>
              <a:t>() </a:t>
            </a:r>
          </a:p>
          <a:p>
            <a:pPr marL="800100" lvl="1" indent="-342900">
              <a:buFont typeface="Aptos Display"/>
              <a:buAutoNum type="arabicPeriod"/>
            </a:pPr>
            <a:r>
              <a:rPr lang="fr-FR" sz="1800" dirty="0" err="1"/>
              <a:t>color_results</a:t>
            </a:r>
            <a:r>
              <a:rPr lang="fr-FR" sz="1800" dirty="0"/>
              <a:t> =</a:t>
            </a:r>
            <a:r>
              <a:rPr lang="fr-FR" sz="1800" dirty="0" err="1"/>
              <a:t>detect_colors</a:t>
            </a:r>
            <a:r>
              <a:rPr lang="fr-FR" sz="1800" dirty="0"/>
              <a:t>()</a:t>
            </a:r>
          </a:p>
          <a:p>
            <a:pPr marL="800100" lvl="1" indent="-342900">
              <a:buFont typeface="Aptos Display"/>
              <a:buAutoNum type="arabicPeriod"/>
            </a:pPr>
            <a:r>
              <a:rPr lang="fr-FR" sz="1800" dirty="0" err="1"/>
              <a:t>cube_string</a:t>
            </a:r>
            <a:r>
              <a:rPr lang="fr-FR" sz="1800" dirty="0"/>
              <a:t> =</a:t>
            </a:r>
            <a:r>
              <a:rPr lang="fr-FR" sz="1800" dirty="0" err="1"/>
              <a:t>convert_to_kociemba</a:t>
            </a:r>
            <a:r>
              <a:rPr lang="fr-FR" sz="1800" dirty="0"/>
              <a:t>(</a:t>
            </a:r>
            <a:r>
              <a:rPr lang="fr-FR" sz="1800" dirty="0" err="1"/>
              <a:t>color_results</a:t>
            </a:r>
            <a:r>
              <a:rPr lang="fr-FR" sz="1800" dirty="0"/>
              <a:t>)</a:t>
            </a:r>
          </a:p>
          <a:p>
            <a:pPr marL="800100" lvl="1" indent="-342900">
              <a:buFont typeface="Aptos Display"/>
              <a:buAutoNum type="arabicPeriod"/>
            </a:pPr>
            <a:r>
              <a:rPr lang="fr-FR" sz="1800" dirty="0"/>
              <a:t>solution =solve(</a:t>
            </a:r>
            <a:r>
              <a:rPr lang="fr-FR" sz="1800" dirty="0" err="1"/>
              <a:t>cube_string</a:t>
            </a:r>
            <a:r>
              <a:rPr lang="fr-FR" sz="1800" dirty="0"/>
              <a:t>)</a:t>
            </a:r>
          </a:p>
          <a:p>
            <a:pPr marL="800100" lvl="1" indent="-342900">
              <a:buFont typeface="Aptos Display"/>
              <a:buAutoNum type="arabicPeriod"/>
            </a:pPr>
            <a:r>
              <a:rPr lang="fr-FR" sz="1800" dirty="0" err="1"/>
              <a:t>execute_moves</a:t>
            </a:r>
            <a:r>
              <a:rPr lang="fr-FR" sz="1800" dirty="0"/>
              <a:t>(solution) </a:t>
            </a:r>
          </a:p>
          <a:p>
            <a:pPr marL="0" lvl="0" indent="0">
              <a:buNone/>
            </a:pPr>
            <a:endParaRPr lang="fr-FR" sz="2400" dirty="0"/>
          </a:p>
          <a:p>
            <a:pPr lvl="0"/>
            <a:endParaRPr lang="fr-FR" sz="2400" dirty="0"/>
          </a:p>
        </p:txBody>
      </p:sp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80B0D58E-72B9-FDB6-3464-8DAE9C3AD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931"/>
          <a:stretch>
            <a:fillRect/>
          </a:stretch>
        </p:blipFill>
        <p:spPr>
          <a:xfrm>
            <a:off x="7128388" y="1417640"/>
            <a:ext cx="4298813" cy="490646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DC658AC2-5CD4-D475-50C0-2EF4995D46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pPr lvl="0"/>
            <a:r>
              <a:rPr lang="fr-FR" sz="3600" dirty="0"/>
              <a:t>[ALGO3] Implémentation du premier pipeline</a:t>
            </a:r>
          </a:p>
        </p:txBody>
      </p:sp>
      <p:graphicFrame>
        <p:nvGraphicFramePr>
          <p:cNvPr id="5" name="Tableau 7">
            <a:extLst>
              <a:ext uri="{FF2B5EF4-FFF2-40B4-BE49-F238E27FC236}">
                <a16:creationId xmlns:a16="http://schemas.microsoft.com/office/drawing/2014/main" id="{FB16DBBB-5C81-68C9-5C68-8B0C4E54F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212604"/>
              </p:ext>
            </p:extLst>
          </p:nvPr>
        </p:nvGraphicFramePr>
        <p:xfrm>
          <a:off x="1189703" y="1860389"/>
          <a:ext cx="9753600" cy="4055350"/>
        </p:xfrm>
        <a:graphic>
          <a:graphicData uri="http://schemas.openxmlformats.org/drawingml/2006/table">
            <a:tbl>
              <a:tblPr firstRow="1">
                <a:effectLst/>
                <a:tableStyleId>{7DF18680-E054-41AD-8BC1-D1AEF772440D}</a:tableStyleId>
              </a:tblPr>
              <a:tblGrid>
                <a:gridCol w="3679424">
                  <a:extLst>
                    <a:ext uri="{9D8B030D-6E8A-4147-A177-3AD203B41FA5}">
                      <a16:colId xmlns:a16="http://schemas.microsoft.com/office/drawing/2014/main" val="677278671"/>
                    </a:ext>
                  </a:extLst>
                </a:gridCol>
                <a:gridCol w="4605893">
                  <a:extLst>
                    <a:ext uri="{9D8B030D-6E8A-4147-A177-3AD203B41FA5}">
                      <a16:colId xmlns:a16="http://schemas.microsoft.com/office/drawing/2014/main" val="3223172065"/>
                    </a:ext>
                  </a:extLst>
                </a:gridCol>
                <a:gridCol w="1468283">
                  <a:extLst>
                    <a:ext uri="{9D8B030D-6E8A-4147-A177-3AD203B41FA5}">
                      <a16:colId xmlns:a16="http://schemas.microsoft.com/office/drawing/2014/main" val="736318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2000" u="none" strike="noStrike" dirty="0"/>
                        <a:t>Fonction du pipeline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2000" u="none" strike="noStrike"/>
                        <a:t>Description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2000" u="none" strike="noStrike"/>
                        <a:t>Etat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406036699"/>
                  </a:ext>
                </a:extLst>
              </a:tr>
              <a:tr h="157295">
                <a:tc rowSpan="4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 dirty="0" err="1"/>
                        <a:t>self.capture_all_faces</a:t>
                      </a:r>
                      <a:r>
                        <a:rPr lang="fr-FR" sz="1200" u="none" strike="noStrike" dirty="0"/>
                        <a:t>()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obtenir les 6 images du cube (faces F, R, B, L, U, D).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4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 Par caméra A FAIRE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2583842645"/>
                  </a:ext>
                </a:extLst>
              </a:tr>
              <a:tr h="15014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Fonctionnement :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30706"/>
                  </a:ext>
                </a:extLst>
              </a:tr>
              <a:tr h="15014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Soit capture via la caméra,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450442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490723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Soit récupère les fichiers déjà présents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450442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244288"/>
                  </a:ext>
                </a:extLst>
              </a:tr>
              <a:tr h="150144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color_results =detect_colors()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analyser chaque photo et détecter les couleurs des 9 stickers par face.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 FAIT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3678980754"/>
                  </a:ext>
                </a:extLst>
              </a:tr>
              <a:tr h="30744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Résultat : un dictionnaire (FacesDict) qui associe chaque face (U, R, F, D, L, B) à une grille 3×3 de couleurs.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05932"/>
                  </a:ext>
                </a:extLst>
              </a:tr>
              <a:tr h="300298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en-US" sz="1200" u="none" strike="noStrike"/>
                        <a:t>cube_string =convert_to_kociemba(color_results)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convertir les couleurs détectées en une chaîne de 54 caractères selon la notation Kociemba (ordre URFDLB).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 FAIT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982237486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Résultat : une description textuelle complète de l’état du cube (CubeString).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96974"/>
                  </a:ext>
                </a:extLst>
              </a:tr>
              <a:tr h="150144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solution =solve(cube_string)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appliquer l’algorithme de résolution Kociemba.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FAIT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193820161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Résultat : une suite de mouvements en notation Singmaster (ex. "R U R' U'").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856416"/>
                  </a:ext>
                </a:extLst>
              </a:tr>
              <a:tr h="150144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 dirty="0" err="1"/>
                        <a:t>execute_moves</a:t>
                      </a:r>
                      <a:r>
                        <a:rPr lang="fr-FR" sz="1200" u="none" strike="noStrike" dirty="0"/>
                        <a:t>(solution)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 dirty="0"/>
                        <a:t>Rôle : envoyer la solution calculée aux moteurs/actionneurs du robot.</a:t>
                      </a:r>
                    </a:p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latin typeface="Arial" pitchFamily="34"/>
                        </a:rPr>
                        <a:t>Permet de convertir la solution </a:t>
                      </a:r>
                      <a:r>
                        <a:rPr lang="fr-FR" sz="1200" b="0" i="0" u="none" strike="noStrike" dirty="0" err="1">
                          <a:solidFill>
                            <a:srgbClr val="000000"/>
                          </a:solidFill>
                          <a:latin typeface="Arial" pitchFamily="34"/>
                        </a:rPr>
                        <a:t>singmaster</a:t>
                      </a:r>
                      <a:r>
                        <a:rPr lang="fr-FR" sz="1200" b="0" i="0" u="none" strike="noStrike" dirty="0">
                          <a:solidFill>
                            <a:srgbClr val="000000"/>
                          </a:solidFill>
                          <a:latin typeface="Arial" pitchFamily="34"/>
                        </a:rPr>
                        <a:t> du solveur en solution admissible par le robot</a:t>
                      </a: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A FAIRE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2427837413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 dirty="0"/>
                        <a:t>Fonctionnement : exécute physiquement les rotations sur le cube.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7357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2FD2D-624B-2E8F-7691-830149F2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973A869D-2A70-0F19-664D-E836E03D33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r>
              <a:rPr lang="fr-FR" sz="3600" dirty="0"/>
              <a:t>[ALGO3] Principales librairies python utilisées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F35C1D53-F7BE-A6D1-C80C-EEBB26715C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305419"/>
              </p:ext>
            </p:extLst>
          </p:nvPr>
        </p:nvGraphicFramePr>
        <p:xfrm>
          <a:off x="521110" y="2043584"/>
          <a:ext cx="10972800" cy="302889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316361">
                  <a:extLst>
                    <a:ext uri="{9D8B030D-6E8A-4147-A177-3AD203B41FA5}">
                      <a16:colId xmlns:a16="http://schemas.microsoft.com/office/drawing/2014/main" val="2790027004"/>
                    </a:ext>
                  </a:extLst>
                </a:gridCol>
                <a:gridCol w="3588774">
                  <a:extLst>
                    <a:ext uri="{9D8B030D-6E8A-4147-A177-3AD203B41FA5}">
                      <a16:colId xmlns:a16="http://schemas.microsoft.com/office/drawing/2014/main" val="2862403208"/>
                    </a:ext>
                  </a:extLst>
                </a:gridCol>
                <a:gridCol w="3067665">
                  <a:extLst>
                    <a:ext uri="{9D8B030D-6E8A-4147-A177-3AD203B41FA5}">
                      <a16:colId xmlns:a16="http://schemas.microsoft.com/office/drawing/2014/main" val="98619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Bibliothèque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Rôle principal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Étapes concernées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0177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 err="1">
                          <a:effectLst/>
                        </a:rPr>
                        <a:t>opencv</a:t>
                      </a:r>
                      <a:r>
                        <a:rPr lang="fr-FR" sz="1800" dirty="0">
                          <a:effectLst/>
                        </a:rPr>
                        <a:t>-python </a:t>
                      </a:r>
                    </a:p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>
                          <a:effectLst/>
                        </a:rPr>
                        <a:t>(</a:t>
                      </a:r>
                      <a:r>
                        <a:rPr lang="en-US" sz="1800" dirty="0">
                          <a:effectLst/>
                        </a:rPr>
                        <a:t>Open Source Computer Vision Library)</a:t>
                      </a:r>
                      <a:endParaRPr lang="fr-FR" sz="1400" dirty="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Vision par ordinateur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2 (detect_colors)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990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 err="1">
                          <a:effectLst/>
                        </a:rPr>
                        <a:t>Numpy</a:t>
                      </a:r>
                      <a:r>
                        <a:rPr lang="fr-FR" sz="1800" dirty="0">
                          <a:effectLst/>
                        </a:rPr>
                        <a:t> </a:t>
                      </a:r>
                    </a:p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>
                          <a:effectLst/>
                        </a:rPr>
                        <a:t>(</a:t>
                      </a:r>
                      <a:r>
                        <a:rPr lang="fr-FR" sz="1800" dirty="0" err="1">
                          <a:effectLst/>
                        </a:rPr>
                        <a:t>Numerical</a:t>
                      </a:r>
                      <a:r>
                        <a:rPr lang="fr-FR" sz="1800" dirty="0">
                          <a:effectLst/>
                        </a:rPr>
                        <a:t> Python)</a:t>
                      </a:r>
                      <a:endParaRPr lang="fr-FR" sz="1400" dirty="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Calculs matriciels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2 (detect_colors)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9341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matplotlib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>
                          <a:effectLst/>
                        </a:rPr>
                        <a:t>Visualisation </a:t>
                      </a:r>
                      <a:r>
                        <a:rPr lang="fr-FR" sz="1800" dirty="0" err="1">
                          <a:effectLst/>
                        </a:rPr>
                        <a:t>debug</a:t>
                      </a:r>
                      <a:r>
                        <a:rPr lang="fr-FR" sz="1800" dirty="0">
                          <a:effectLst/>
                        </a:rPr>
                        <a:t> – création de graphiques</a:t>
                      </a:r>
                      <a:endParaRPr lang="fr-FR" sz="1400" dirty="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2 (detect_colors)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6508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kociemba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Résolution Kociemba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4 (solve)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167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RubikTwoPhase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Résolution alternative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4 (solve)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127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>
                          <a:effectLst/>
                        </a:rPr>
                        <a:t>json</a:t>
                      </a:r>
                      <a:endParaRPr lang="fr-FR" sz="140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>
                          <a:effectLst/>
                        </a:rPr>
                        <a:t>Sérialisation donnée</a:t>
                      </a:r>
                      <a:endParaRPr lang="fr-FR" sz="1400" dirty="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fr-FR" sz="1800" dirty="0">
                          <a:effectLst/>
                        </a:rPr>
                        <a:t>2, 3 (calibration, encodage)</a:t>
                      </a:r>
                      <a:endParaRPr lang="fr-FR" sz="1400" dirty="0">
                        <a:solidFill>
                          <a:srgbClr val="161718"/>
                        </a:solidFill>
                        <a:effectLst/>
                        <a:latin typeface="Franklin Gothic Book" panose="020B0503020102020204" pitchFamily="34" charset="0"/>
                        <a:ea typeface="Microsoft Sans Serif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33281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4990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5E660-1141-3317-EA4E-35E2C6224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8C9699C5-81B8-C57F-6F8C-A4629FA26B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Autofit/>
          </a:bodyPr>
          <a:lstStyle/>
          <a:p>
            <a:r>
              <a:rPr lang="fr-FR" sz="3600" dirty="0"/>
              <a:t>[ALGO4] Premières implémentations</a:t>
            </a:r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62432BC3-A644-9D9D-EE14-DE2FCE65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0" y="1830893"/>
            <a:ext cx="4220166" cy="329611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9E51C4D8-CB05-9504-2A3B-8A95FEB54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396" y="1630386"/>
            <a:ext cx="5498001" cy="210174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DC31E02-F5EE-5E5C-8B66-57BD09200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52" y="3660211"/>
            <a:ext cx="3695771" cy="314140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9410684C-502A-F700-7D34-7F3D0F74D400}"/>
              </a:ext>
            </a:extLst>
          </p:cNvPr>
          <p:cNvSpPr txBox="1"/>
          <p:nvPr/>
        </p:nvSpPr>
        <p:spPr>
          <a:xfrm>
            <a:off x="4753071" y="4215757"/>
            <a:ext cx="1465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Test de 5)</a:t>
            </a:r>
          </a:p>
        </p:txBody>
      </p:sp>
    </p:spTree>
    <p:extLst>
      <p:ext uri="{BB962C8B-B14F-4D97-AF65-F5344CB8AC3E}">
        <p14:creationId xmlns:p14="http://schemas.microsoft.com/office/powerpoint/2010/main" val="3025317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D63D5-112F-A3CA-A0B9-4D03A70D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8C20DFF2-4FBF-A0B9-705C-380B82FC7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pPr lvl="0"/>
            <a:r>
              <a:rPr lang="fr-FR" sz="3600" dirty="0"/>
              <a:t>[ALGO4] Premières implémentations</a:t>
            </a:r>
          </a:p>
        </p:txBody>
      </p:sp>
      <p:pic>
        <p:nvPicPr>
          <p:cNvPr id="8" name="Image 5">
            <a:extLst>
              <a:ext uri="{FF2B5EF4-FFF2-40B4-BE49-F238E27FC236}">
                <a16:creationId xmlns:a16="http://schemas.microsoft.com/office/drawing/2014/main" id="{3F7659E1-00E4-7141-BE63-6D74137ED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50" y="1830893"/>
            <a:ext cx="4220166" cy="329611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E298AE0-5644-0DBC-A62A-1210E5586809}"/>
              </a:ext>
            </a:extLst>
          </p:cNvPr>
          <p:cNvSpPr txBox="1"/>
          <p:nvPr/>
        </p:nvSpPr>
        <p:spPr>
          <a:xfrm>
            <a:off x="3306377" y="5182568"/>
            <a:ext cx="1465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Test de 9)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4EE8456-8208-8365-DBA2-D5CB146D2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652" y="2047202"/>
            <a:ext cx="6725802" cy="45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75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8">
            <a:extLst>
              <a:ext uri="{FF2B5EF4-FFF2-40B4-BE49-F238E27FC236}">
                <a16:creationId xmlns:a16="http://schemas.microsoft.com/office/drawing/2014/main" id="{CD1BC4DD-1664-D376-7B57-4473085EE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050825" cy="3291840"/>
          </a:xfrm>
        </p:spPr>
        <p:txBody>
          <a:bodyPr/>
          <a:lstStyle/>
          <a:p>
            <a:pPr marL="283464" lvl="0">
              <a:lnSpc>
                <a:spcPct val="60000"/>
              </a:lnSpc>
              <a:spcBef>
                <a:spcPts val="2200"/>
              </a:spcBef>
            </a:pPr>
            <a:r>
              <a:rPr lang="fr-FR">
                <a:solidFill>
                  <a:srgbClr val="5D7D40"/>
                </a:solidFill>
              </a:rPr>
              <a:t>prochaines étapes de delivery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31B45-5662-4731-E375-BFB54403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6">
            <a:extLst>
              <a:ext uri="{FF2B5EF4-FFF2-40B4-BE49-F238E27FC236}">
                <a16:creationId xmlns:a16="http://schemas.microsoft.com/office/drawing/2014/main" id="{2B9358C0-B801-3B8C-99BC-D4DF48ECF6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solidFill>
            <a:srgbClr val="4495A2"/>
          </a:solidFill>
        </p:spPr>
        <p:txBody>
          <a:bodyPr>
            <a:normAutofit/>
          </a:bodyPr>
          <a:lstStyle/>
          <a:p>
            <a:pPr lvl="0"/>
            <a:r>
              <a:rPr lang="fr-FR" sz="3600" dirty="0"/>
              <a:t>[ALGO3] Prochaines étapes du pipeline</a:t>
            </a:r>
          </a:p>
        </p:txBody>
      </p:sp>
      <p:graphicFrame>
        <p:nvGraphicFramePr>
          <p:cNvPr id="5" name="Tableau 7">
            <a:extLst>
              <a:ext uri="{FF2B5EF4-FFF2-40B4-BE49-F238E27FC236}">
                <a16:creationId xmlns:a16="http://schemas.microsoft.com/office/drawing/2014/main" id="{1B97E20B-29BA-9B03-10E7-3C4EFCA8E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402575"/>
              </p:ext>
            </p:extLst>
          </p:nvPr>
        </p:nvGraphicFramePr>
        <p:xfrm>
          <a:off x="1189703" y="1860389"/>
          <a:ext cx="9753600" cy="4055350"/>
        </p:xfrm>
        <a:graphic>
          <a:graphicData uri="http://schemas.openxmlformats.org/drawingml/2006/table">
            <a:tbl>
              <a:tblPr firstRow="1">
                <a:effectLst/>
                <a:tableStyleId>{7DF18680-E054-41AD-8BC1-D1AEF772440D}</a:tableStyleId>
              </a:tblPr>
              <a:tblGrid>
                <a:gridCol w="3679424">
                  <a:extLst>
                    <a:ext uri="{9D8B030D-6E8A-4147-A177-3AD203B41FA5}">
                      <a16:colId xmlns:a16="http://schemas.microsoft.com/office/drawing/2014/main" val="677278671"/>
                    </a:ext>
                  </a:extLst>
                </a:gridCol>
                <a:gridCol w="4605893">
                  <a:extLst>
                    <a:ext uri="{9D8B030D-6E8A-4147-A177-3AD203B41FA5}">
                      <a16:colId xmlns:a16="http://schemas.microsoft.com/office/drawing/2014/main" val="3223172065"/>
                    </a:ext>
                  </a:extLst>
                </a:gridCol>
                <a:gridCol w="1468283">
                  <a:extLst>
                    <a:ext uri="{9D8B030D-6E8A-4147-A177-3AD203B41FA5}">
                      <a16:colId xmlns:a16="http://schemas.microsoft.com/office/drawing/2014/main" val="7363189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2000" u="none" strike="noStrike" dirty="0"/>
                        <a:t>Fonction du pipeline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2000" u="none" strike="noStrike" dirty="0"/>
                        <a:t>Description</a:t>
                      </a:r>
                      <a:endParaRPr lang="fr-FR" sz="2000" b="1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2000" u="none" strike="noStrike"/>
                        <a:t>Etat</a:t>
                      </a:r>
                      <a:endParaRPr lang="fr-FR" sz="2000" b="1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406036699"/>
                  </a:ext>
                </a:extLst>
              </a:tr>
              <a:tr h="157295">
                <a:tc rowSpan="4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 dirty="0" err="1"/>
                        <a:t>self.capture_all_faces</a:t>
                      </a:r>
                      <a:r>
                        <a:rPr lang="fr-FR" sz="1200" u="none" strike="noStrike" dirty="0"/>
                        <a:t>()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obtenir les 6 images du cube (faces F, R, B, L, U, D).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4"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sz="1200" u="none" strike="noStrike" dirty="0">
                          <a:solidFill>
                            <a:schemeClr val="bg1"/>
                          </a:solidFill>
                        </a:rPr>
                        <a:t> Par caméra A FAIRE</a:t>
                      </a:r>
                      <a:endParaRPr lang="fr-FR" sz="1200" b="0" i="0" u="none" strike="noStrike" dirty="0">
                        <a:solidFill>
                          <a:schemeClr val="bg1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842645"/>
                  </a:ext>
                </a:extLst>
              </a:tr>
              <a:tr h="15014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Fonctionnement :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630706"/>
                  </a:ext>
                </a:extLst>
              </a:tr>
              <a:tr h="15014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Soit capture via la caméra,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450442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490723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Soit récupère les fichiers déjà présents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450442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244288"/>
                  </a:ext>
                </a:extLst>
              </a:tr>
              <a:tr h="150144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color_results =detect_colors()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analyser chaque photo et détecter les couleurs des 9 stickers par face.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 FAIT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3678980754"/>
                  </a:ext>
                </a:extLst>
              </a:tr>
              <a:tr h="30744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Résultat : un dictionnaire (FacesDict) qui associe chaque face (U, R, F, D, L, B) à une grille 3×3 de couleurs.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505932"/>
                  </a:ext>
                </a:extLst>
              </a:tr>
              <a:tr h="300298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en-US" sz="1200" u="none" strike="noStrike"/>
                        <a:t>cube_string =convert_to_kociemba(color_results)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convertir les couleurs détectées en une chaîne de 54 caractères selon la notation Kociemba (ordre URFDLB).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 FAIT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982237486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Résultat : une description textuelle complète de l’état du cube (CubeString).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696974"/>
                  </a:ext>
                </a:extLst>
              </a:tr>
              <a:tr h="150144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solution =solve(cube_string)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appliquer l’algorithme de résolution Kociemba.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/>
                        <a:t>FAIT 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extLst>
                  <a:ext uri="{0D108BD9-81ED-4DB2-BD59-A6C34878D82A}">
                    <a16:rowId xmlns:a16="http://schemas.microsoft.com/office/drawing/2014/main" val="1193820161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Résultat : une suite de mouvements en notation Singmaster (ex. "R U R' U'").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8856416"/>
                  </a:ext>
                </a:extLst>
              </a:tr>
              <a:tr h="150144">
                <a:tc rowSpan="2">
                  <a:txBody>
                    <a:bodyPr/>
                    <a:lstStyle/>
                    <a:p>
                      <a:pPr lvl="0" algn="l" rtl="0" fontAlgn="b">
                        <a:buNone/>
                      </a:pPr>
                      <a:r>
                        <a:rPr lang="fr-FR" sz="1200" u="none" strike="noStrike" dirty="0" err="1"/>
                        <a:t>execute_moves</a:t>
                      </a:r>
                      <a:r>
                        <a:rPr lang="fr-FR" sz="1200" u="none" strike="noStrike" dirty="0"/>
                        <a:t>(solution) 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/>
                        <a:t>Rôle : envoyer la solution calculée aux moteurs/actionneurs du robot.</a:t>
                      </a:r>
                    </a:p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latin typeface="Arial" pitchFamily="34"/>
                        </a:rPr>
                        <a:t>Permet de convertir la solution singmaster du solveur en solution admissible par le robot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rowSpan="2">
                  <a:txBody>
                    <a:bodyPr/>
                    <a:lstStyle/>
                    <a:p>
                      <a:pPr lvl="0" algn="ctr" rtl="0" fontAlgn="b">
                        <a:buNone/>
                      </a:pPr>
                      <a:r>
                        <a:rPr lang="fr-FR" sz="1200" u="none" strike="noStrike" dirty="0">
                          <a:solidFill>
                            <a:schemeClr val="bg1"/>
                          </a:solidFill>
                        </a:rPr>
                        <a:t>A FAIRE</a:t>
                      </a:r>
                      <a:endParaRPr lang="fr-FR" sz="1200" b="0" i="0" u="none" strike="noStrike" dirty="0">
                        <a:solidFill>
                          <a:schemeClr val="bg1"/>
                        </a:solidFill>
                        <a:latin typeface="Aptos" pitchFamily="34"/>
                      </a:endParaRPr>
                    </a:p>
                  </a:txBody>
                  <a:tcPr marL="7150" marR="7150" marT="715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837413"/>
                  </a:ext>
                </a:extLst>
              </a:tr>
              <a:tr h="15729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 rtl="0" fontAlgn="ctr">
                        <a:buClr>
                          <a:srgbClr val="000000"/>
                        </a:buClr>
                        <a:buSzPts val="1200"/>
                        <a:buFont typeface="Arial" pitchFamily="34"/>
                        <a:buChar char="•"/>
                      </a:pPr>
                      <a:r>
                        <a:rPr lang="fr-FR" sz="1200" u="none" strike="noStrike" dirty="0"/>
                        <a:t>Fonctionnement : exécute physiquement les rotations sur le cube.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latin typeface="Arial" pitchFamily="34"/>
                      </a:endParaRPr>
                    </a:p>
                  </a:txBody>
                  <a:tcPr marL="128701" marR="7150" marT="7150" marB="0" anchor="ctr"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7357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11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8">
            <a:extLst>
              <a:ext uri="{FF2B5EF4-FFF2-40B4-BE49-F238E27FC236}">
                <a16:creationId xmlns:a16="http://schemas.microsoft.com/office/drawing/2014/main" id="{B4C7CE25-02FD-B452-B42E-EDB5A3F25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050825" cy="3291840"/>
          </a:xfrm>
        </p:spPr>
        <p:txBody>
          <a:bodyPr/>
          <a:lstStyle/>
          <a:p>
            <a:pPr marL="283464" lvl="0">
              <a:lnSpc>
                <a:spcPct val="60000"/>
              </a:lnSpc>
              <a:spcBef>
                <a:spcPts val="2200"/>
              </a:spcBef>
            </a:pPr>
            <a:r>
              <a:rPr lang="fr-FR">
                <a:solidFill>
                  <a:srgbClr val="5D7D40"/>
                </a:solidFill>
              </a:rPr>
              <a:t>Le planning des rituels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8">
            <a:extLst>
              <a:ext uri="{FF2B5EF4-FFF2-40B4-BE49-F238E27FC236}">
                <a16:creationId xmlns:a16="http://schemas.microsoft.com/office/drawing/2014/main" id="{6CAFAC39-9E28-1A72-A78E-187BD8755F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09899" y="411480"/>
            <a:ext cx="5050825" cy="3291840"/>
          </a:xfrm>
        </p:spPr>
        <p:txBody>
          <a:bodyPr/>
          <a:lstStyle/>
          <a:p>
            <a:pPr marL="283464" lvl="0">
              <a:lnSpc>
                <a:spcPct val="60000"/>
              </a:lnSpc>
              <a:spcBef>
                <a:spcPts val="2200"/>
              </a:spcBef>
            </a:pPr>
            <a:r>
              <a:rPr lang="en-US">
                <a:solidFill>
                  <a:srgbClr val="5D7D40"/>
                </a:solidFill>
              </a:rPr>
              <a:t>La Definition of Ready / La definition of Done</a:t>
            </a:r>
            <a:endParaRPr lang="fr-FR">
              <a:solidFill>
                <a:srgbClr val="5D7D4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A918C-D020-FEC4-C5FE-F96B2E54D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411480"/>
            <a:ext cx="8275320" cy="3291840"/>
          </a:xfrm>
        </p:spPr>
        <p:txBody>
          <a:bodyPr/>
          <a:lstStyle/>
          <a:p>
            <a:pPr lvl="0"/>
            <a:r>
              <a:rPr lang="fr-FR"/>
              <a:t>Merci pour votre attention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%7bD0BF5B4E-AF19-4775-83B4-586DDD059ACD%7dTFd3b75063-ff25-434d-b12c-efeaf07d16c3843f2ce2_win32-4817930b7c4d</Template>
  <TotalTime>1625</TotalTime>
  <Words>1692</Words>
  <Application>Microsoft Office PowerPoint</Application>
  <PresentationFormat>Grand écran</PresentationFormat>
  <Paragraphs>207</Paragraphs>
  <Slides>24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24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Franklin Gothic Book</vt:lpstr>
      <vt:lpstr>Franklin Gothic Demi</vt:lpstr>
      <vt:lpstr>Personnalisé</vt:lpstr>
      <vt:lpstr>Office Theme</vt:lpstr>
      <vt:lpstr>1 ère Sprint Review</vt:lpstr>
      <vt:lpstr>Programme</vt:lpstr>
      <vt:lpstr>Vision produit </vt:lpstr>
      <vt:lpstr>Présentation PowerPoint</vt:lpstr>
      <vt:lpstr>Les personas </vt:lpstr>
      <vt:lpstr>Présentation PowerPoint</vt:lpstr>
      <vt:lpstr>Présentation PowerPoint</vt:lpstr>
      <vt:lpstr>Prochaines étapes de Discovery</vt:lpstr>
      <vt:lpstr>Présentation PowerPoint</vt:lpstr>
      <vt:lpstr>Présentation PowerPoint</vt:lpstr>
      <vt:lpstr>Ce que nous avons développé</vt:lpstr>
      <vt:lpstr>[ALGO] Travaux effectués durant la période</vt:lpstr>
      <vt:lpstr>[ALGO1] Phase de recherche des algorithmes</vt:lpstr>
      <vt:lpstr>[ALGO2] Recherche du meilleur solveur python</vt:lpstr>
      <vt:lpstr>[ALGO3] Description de la logique du pipeline</vt:lpstr>
      <vt:lpstr>[ALGO3] Implémentation du premier pipeline</vt:lpstr>
      <vt:lpstr>[ALGO3] Principales librairies python utilisées</vt:lpstr>
      <vt:lpstr>[ALGO4] Premières implémentations</vt:lpstr>
      <vt:lpstr>[ALGO4] Premières implémentations</vt:lpstr>
      <vt:lpstr>prochaines étapes de delivery</vt:lpstr>
      <vt:lpstr>[ALGO3] Prochaines étapes du pipeline</vt:lpstr>
      <vt:lpstr>Le planning des rituels</vt:lpstr>
      <vt:lpstr>La Definition of Ready / La definition of Done</vt:lpstr>
      <vt:lpstr>Merci pour votre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Imen MLIKA</dc:creator>
  <cp:lastModifiedBy>Axel Tingaud</cp:lastModifiedBy>
  <cp:revision>11</cp:revision>
  <dcterms:created xsi:type="dcterms:W3CDTF">2025-09-16T13:07:14Z</dcterms:created>
  <dcterms:modified xsi:type="dcterms:W3CDTF">2025-10-01T20:12:01Z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